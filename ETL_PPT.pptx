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Alatsi" charset="1" panose="00000500000000000000"/>
      <p:regular r:id="rId18"/>
    </p:embeddedFont>
    <p:embeddedFont>
      <p:font typeface="Cormorant Garamond Bold Italics" charset="1" panose="00000800000000000000"/>
      <p:regular r:id="rId19"/>
    </p:embeddedFont>
    <p:embeddedFont>
      <p:font typeface="IBM Plex Sans" charset="1" panose="020B0503050203000203"/>
      <p:regular r:id="rId20"/>
    </p:embeddedFont>
    <p:embeddedFont>
      <p:font typeface="Times New Roman MT Condensed Italics" charset="1" panose="02030506070405090303"/>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sv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18.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19033" y="6560420"/>
            <a:ext cx="8035442" cy="3726580"/>
          </a:xfrm>
          <a:custGeom>
            <a:avLst/>
            <a:gdLst/>
            <a:ahLst/>
            <a:cxnLst/>
            <a:rect r="r" b="b" t="t" l="l"/>
            <a:pathLst>
              <a:path h="3726580" w="8035442">
                <a:moveTo>
                  <a:pt x="0" y="0"/>
                </a:moveTo>
                <a:lnTo>
                  <a:pt x="8035443" y="0"/>
                </a:lnTo>
                <a:lnTo>
                  <a:pt x="8035443" y="3726580"/>
                </a:lnTo>
                <a:lnTo>
                  <a:pt x="0" y="37265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457084" y="-66551"/>
            <a:ext cx="2897467" cy="10098081"/>
          </a:xfrm>
          <a:custGeom>
            <a:avLst/>
            <a:gdLst/>
            <a:ahLst/>
            <a:cxnLst/>
            <a:rect r="r" b="b" t="t" l="l"/>
            <a:pathLst>
              <a:path h="10098081" w="2897467">
                <a:moveTo>
                  <a:pt x="0" y="0"/>
                </a:moveTo>
                <a:lnTo>
                  <a:pt x="2897467" y="0"/>
                </a:lnTo>
                <a:lnTo>
                  <a:pt x="2897467" y="10098081"/>
                </a:lnTo>
                <a:lnTo>
                  <a:pt x="0" y="1009808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2571817" y="6775704"/>
            <a:ext cx="3804009" cy="812759"/>
          </a:xfrm>
          <a:prstGeom prst="rect">
            <a:avLst/>
          </a:prstGeom>
        </p:spPr>
        <p:txBody>
          <a:bodyPr anchor="t" rtlCol="false" tIns="0" lIns="0" bIns="0" rIns="0">
            <a:spAutoFit/>
          </a:bodyPr>
          <a:lstStyle/>
          <a:p>
            <a:pPr algn="l">
              <a:lnSpc>
                <a:spcPts val="6379"/>
              </a:lnSpc>
            </a:pPr>
            <a:r>
              <a:rPr lang="en-US" sz="4999">
                <a:solidFill>
                  <a:srgbClr val="000000"/>
                </a:solidFill>
                <a:latin typeface="Alatsi"/>
                <a:ea typeface="Alatsi"/>
                <a:cs typeface="Alatsi"/>
                <a:sym typeface="Alatsi"/>
              </a:rPr>
              <a:t>Presented by:</a:t>
            </a:r>
          </a:p>
        </p:txBody>
      </p:sp>
      <p:sp>
        <p:nvSpPr>
          <p:cNvPr name="TextBox 5" id="5"/>
          <p:cNvSpPr txBox="true"/>
          <p:nvPr/>
        </p:nvSpPr>
        <p:spPr>
          <a:xfrm rot="0">
            <a:off x="3798999" y="7525674"/>
            <a:ext cx="83668" cy="669598"/>
          </a:xfrm>
          <a:prstGeom prst="rect">
            <a:avLst/>
          </a:prstGeom>
        </p:spPr>
        <p:txBody>
          <a:bodyPr anchor="t" rtlCol="false" tIns="0" lIns="0" bIns="0" rIns="0">
            <a:spAutoFit/>
          </a:bodyPr>
          <a:lstStyle/>
          <a:p>
            <a:pPr algn="l">
              <a:lnSpc>
                <a:spcPts val="5561"/>
              </a:lnSpc>
            </a:pPr>
            <a:r>
              <a:rPr lang="en-US" sz="3399">
                <a:solidFill>
                  <a:srgbClr val="000000"/>
                </a:solidFill>
                <a:latin typeface="Alatsi"/>
                <a:ea typeface="Alatsi"/>
                <a:cs typeface="Alatsi"/>
                <a:sym typeface="Alatsi"/>
              </a:rPr>
              <a:t> </a:t>
            </a:r>
          </a:p>
        </p:txBody>
      </p:sp>
      <p:sp>
        <p:nvSpPr>
          <p:cNvPr name="TextBox 6" id="6"/>
          <p:cNvSpPr txBox="true"/>
          <p:nvPr/>
        </p:nvSpPr>
        <p:spPr>
          <a:xfrm rot="0">
            <a:off x="2496464" y="7601874"/>
            <a:ext cx="3957571" cy="593398"/>
          </a:xfrm>
          <a:prstGeom prst="rect">
            <a:avLst/>
          </a:prstGeom>
        </p:spPr>
        <p:txBody>
          <a:bodyPr anchor="t" rtlCol="false" tIns="0" lIns="0" bIns="0" rIns="0">
            <a:spAutoFit/>
          </a:bodyPr>
          <a:lstStyle/>
          <a:p>
            <a:pPr algn="l">
              <a:lnSpc>
                <a:spcPts val="4745"/>
              </a:lnSpc>
            </a:pPr>
            <a:r>
              <a:rPr lang="en-US" sz="3399">
                <a:solidFill>
                  <a:srgbClr val="000000"/>
                </a:solidFill>
                <a:latin typeface="Alatsi"/>
                <a:ea typeface="Alatsi"/>
                <a:cs typeface="Alatsi"/>
                <a:sym typeface="Alatsi"/>
              </a:rPr>
              <a:t>Adarsh</a:t>
            </a:r>
            <a:r>
              <a:rPr lang="en-US" sz="3399">
                <a:solidFill>
                  <a:srgbClr val="000000"/>
                </a:solidFill>
                <a:latin typeface="Alatsi"/>
                <a:ea typeface="Alatsi"/>
                <a:cs typeface="Alatsi"/>
                <a:sym typeface="Alatsi"/>
              </a:rPr>
              <a:t> </a:t>
            </a:r>
            <a:r>
              <a:rPr lang="en-US" sz="3399">
                <a:solidFill>
                  <a:srgbClr val="000000"/>
                </a:solidFill>
                <a:latin typeface="Alatsi"/>
                <a:ea typeface="Alatsi"/>
                <a:cs typeface="Alatsi"/>
                <a:sym typeface="Alatsi"/>
              </a:rPr>
              <a:t>Vishwakarma</a:t>
            </a:r>
          </a:p>
        </p:txBody>
      </p:sp>
      <p:sp>
        <p:nvSpPr>
          <p:cNvPr name="TextBox 7" id="7"/>
          <p:cNvSpPr txBox="true"/>
          <p:nvPr/>
        </p:nvSpPr>
        <p:spPr>
          <a:xfrm rot="0">
            <a:off x="2921984" y="8204654"/>
            <a:ext cx="3089615" cy="1798958"/>
          </a:xfrm>
          <a:prstGeom prst="rect">
            <a:avLst/>
          </a:prstGeom>
        </p:spPr>
        <p:txBody>
          <a:bodyPr anchor="t" rtlCol="false" tIns="0" lIns="0" bIns="0" rIns="0">
            <a:spAutoFit/>
          </a:bodyPr>
          <a:lstStyle/>
          <a:p>
            <a:pPr algn="ctr">
              <a:lnSpc>
                <a:spcPts val="4745"/>
              </a:lnSpc>
            </a:pPr>
            <a:r>
              <a:rPr lang="en-US" sz="3399">
                <a:solidFill>
                  <a:srgbClr val="000000"/>
                </a:solidFill>
                <a:latin typeface="Alatsi"/>
                <a:ea typeface="Alatsi"/>
                <a:cs typeface="Alatsi"/>
                <a:sym typeface="Alatsi"/>
              </a:rPr>
              <a:t>Raushan Kumar Harsh Dubey Kushagra Anand</a:t>
            </a:r>
          </a:p>
        </p:txBody>
      </p:sp>
      <p:sp>
        <p:nvSpPr>
          <p:cNvPr name="TextBox 8" id="8"/>
          <p:cNvSpPr txBox="true"/>
          <p:nvPr/>
        </p:nvSpPr>
        <p:spPr>
          <a:xfrm rot="0">
            <a:off x="3426257" y="555317"/>
            <a:ext cx="12550283" cy="1223705"/>
          </a:xfrm>
          <a:prstGeom prst="rect">
            <a:avLst/>
          </a:prstGeom>
        </p:spPr>
        <p:txBody>
          <a:bodyPr anchor="t" rtlCol="false" tIns="0" lIns="0" bIns="0" rIns="0">
            <a:spAutoFit/>
          </a:bodyPr>
          <a:lstStyle/>
          <a:p>
            <a:pPr algn="l">
              <a:lnSpc>
                <a:spcPts val="9993"/>
              </a:lnSpc>
            </a:pPr>
            <a:r>
              <a:rPr lang="en-US" b="true" sz="7138" i="true">
                <a:solidFill>
                  <a:srgbClr val="000000"/>
                </a:solidFill>
                <a:latin typeface="Cormorant Garamond Bold Italics"/>
                <a:ea typeface="Cormorant Garamond Bold Italics"/>
                <a:cs typeface="Cormorant Garamond Bold Italics"/>
                <a:sym typeface="Cormorant Garamond Bold Italics"/>
              </a:rPr>
              <a:t>ValETL: AI-Powered ETL Validation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017264" y="8334404"/>
            <a:ext cx="8065075" cy="222247"/>
          </a:xfrm>
          <a:custGeom>
            <a:avLst/>
            <a:gdLst/>
            <a:ahLst/>
            <a:cxnLst/>
            <a:rect r="r" b="b" t="t" l="l"/>
            <a:pathLst>
              <a:path h="222247" w="8065075">
                <a:moveTo>
                  <a:pt x="0" y="0"/>
                </a:moveTo>
                <a:lnTo>
                  <a:pt x="8065075" y="0"/>
                </a:lnTo>
                <a:lnTo>
                  <a:pt x="8065075" y="222246"/>
                </a:lnTo>
                <a:lnTo>
                  <a:pt x="0" y="2222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084396" y="2113883"/>
            <a:ext cx="8065075" cy="222247"/>
          </a:xfrm>
          <a:custGeom>
            <a:avLst/>
            <a:gdLst/>
            <a:ahLst/>
            <a:cxnLst/>
            <a:rect r="r" b="b" t="t" l="l"/>
            <a:pathLst>
              <a:path h="222247" w="8065075">
                <a:moveTo>
                  <a:pt x="0" y="0"/>
                </a:moveTo>
                <a:lnTo>
                  <a:pt x="8065075" y="0"/>
                </a:lnTo>
                <a:lnTo>
                  <a:pt x="8065075" y="222247"/>
                </a:lnTo>
                <a:lnTo>
                  <a:pt x="0" y="222247"/>
                </a:lnTo>
                <a:lnTo>
                  <a:pt x="0" y="0"/>
                </a:lnTo>
                <a:close/>
              </a:path>
            </a:pathLst>
          </a:custGeom>
          <a:blipFill>
            <a:blip r:embed="rId2">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6959232" y="8731872"/>
            <a:ext cx="2181139" cy="432549"/>
            <a:chOff x="0" y="0"/>
            <a:chExt cx="2181136" cy="432549"/>
          </a:xfrm>
        </p:grpSpPr>
        <p:sp>
          <p:nvSpPr>
            <p:cNvPr name="Freeform 5" id="5"/>
            <p:cNvSpPr/>
            <p:nvPr/>
          </p:nvSpPr>
          <p:spPr>
            <a:xfrm flipH="false" flipV="false" rot="0">
              <a:off x="67945" y="74537"/>
              <a:ext cx="281051" cy="280807"/>
            </a:xfrm>
            <a:custGeom>
              <a:avLst/>
              <a:gdLst/>
              <a:ahLst/>
              <a:cxnLst/>
              <a:rect r="r" b="b" t="t" l="l"/>
              <a:pathLst>
                <a:path h="280807" w="281051">
                  <a:moveTo>
                    <a:pt x="254" y="141615"/>
                  </a:moveTo>
                  <a:cubicBezTo>
                    <a:pt x="127" y="132344"/>
                    <a:pt x="1016" y="123201"/>
                    <a:pt x="2667" y="114184"/>
                  </a:cubicBezTo>
                  <a:cubicBezTo>
                    <a:pt x="4318" y="105167"/>
                    <a:pt x="6985" y="96277"/>
                    <a:pt x="10414" y="87768"/>
                  </a:cubicBezTo>
                  <a:cubicBezTo>
                    <a:pt x="13843" y="79259"/>
                    <a:pt x="18161" y="71004"/>
                    <a:pt x="23241" y="63384"/>
                  </a:cubicBezTo>
                  <a:cubicBezTo>
                    <a:pt x="28321" y="55764"/>
                    <a:pt x="34036" y="48525"/>
                    <a:pt x="40513" y="41921"/>
                  </a:cubicBezTo>
                  <a:cubicBezTo>
                    <a:pt x="46990" y="35317"/>
                    <a:pt x="54102" y="29475"/>
                    <a:pt x="61722" y="24268"/>
                  </a:cubicBezTo>
                  <a:cubicBezTo>
                    <a:pt x="69342" y="19061"/>
                    <a:pt x="77470" y="14743"/>
                    <a:pt x="85979" y="11060"/>
                  </a:cubicBezTo>
                  <a:cubicBezTo>
                    <a:pt x="94488" y="7377"/>
                    <a:pt x="103251" y="4710"/>
                    <a:pt x="112268" y="2932"/>
                  </a:cubicBezTo>
                  <a:cubicBezTo>
                    <a:pt x="121285" y="1154"/>
                    <a:pt x="130429" y="138"/>
                    <a:pt x="139700" y="11"/>
                  </a:cubicBezTo>
                  <a:cubicBezTo>
                    <a:pt x="148971" y="-116"/>
                    <a:pt x="158115" y="773"/>
                    <a:pt x="167132" y="2551"/>
                  </a:cubicBezTo>
                  <a:cubicBezTo>
                    <a:pt x="176149" y="4329"/>
                    <a:pt x="185039" y="6869"/>
                    <a:pt x="193548" y="10425"/>
                  </a:cubicBezTo>
                  <a:cubicBezTo>
                    <a:pt x="202057" y="13981"/>
                    <a:pt x="210185" y="18172"/>
                    <a:pt x="217932" y="23252"/>
                  </a:cubicBezTo>
                  <a:cubicBezTo>
                    <a:pt x="225679" y="28332"/>
                    <a:pt x="232791" y="34174"/>
                    <a:pt x="239395" y="40651"/>
                  </a:cubicBezTo>
                  <a:cubicBezTo>
                    <a:pt x="245999" y="47128"/>
                    <a:pt x="251841" y="54240"/>
                    <a:pt x="257048" y="61860"/>
                  </a:cubicBezTo>
                  <a:cubicBezTo>
                    <a:pt x="262255" y="69480"/>
                    <a:pt x="266573" y="77608"/>
                    <a:pt x="270129" y="86117"/>
                  </a:cubicBezTo>
                  <a:cubicBezTo>
                    <a:pt x="273685" y="94626"/>
                    <a:pt x="276352" y="103389"/>
                    <a:pt x="278257" y="112533"/>
                  </a:cubicBezTo>
                  <a:cubicBezTo>
                    <a:pt x="280162" y="121677"/>
                    <a:pt x="281051" y="130693"/>
                    <a:pt x="281051" y="139964"/>
                  </a:cubicBezTo>
                  <a:cubicBezTo>
                    <a:pt x="281051" y="149235"/>
                    <a:pt x="280162" y="158379"/>
                    <a:pt x="278384" y="167396"/>
                  </a:cubicBezTo>
                  <a:cubicBezTo>
                    <a:pt x="276606" y="176413"/>
                    <a:pt x="273939" y="185303"/>
                    <a:pt x="270383" y="193812"/>
                  </a:cubicBezTo>
                  <a:cubicBezTo>
                    <a:pt x="266827" y="202321"/>
                    <a:pt x="262509" y="210449"/>
                    <a:pt x="257429" y="218196"/>
                  </a:cubicBezTo>
                  <a:cubicBezTo>
                    <a:pt x="252349" y="225943"/>
                    <a:pt x="246507" y="233055"/>
                    <a:pt x="240030" y="239532"/>
                  </a:cubicBezTo>
                  <a:cubicBezTo>
                    <a:pt x="233553" y="246009"/>
                    <a:pt x="226441" y="251978"/>
                    <a:pt x="218694" y="257058"/>
                  </a:cubicBezTo>
                  <a:cubicBezTo>
                    <a:pt x="210947" y="262137"/>
                    <a:pt x="202946" y="266582"/>
                    <a:pt x="194437" y="270138"/>
                  </a:cubicBezTo>
                  <a:cubicBezTo>
                    <a:pt x="185928" y="273694"/>
                    <a:pt x="177165" y="276361"/>
                    <a:pt x="168021" y="278139"/>
                  </a:cubicBezTo>
                  <a:cubicBezTo>
                    <a:pt x="158877" y="279917"/>
                    <a:pt x="149860" y="280806"/>
                    <a:pt x="140589" y="280806"/>
                  </a:cubicBezTo>
                  <a:cubicBezTo>
                    <a:pt x="131318" y="280806"/>
                    <a:pt x="122301" y="280044"/>
                    <a:pt x="113284" y="278266"/>
                  </a:cubicBezTo>
                  <a:cubicBezTo>
                    <a:pt x="104267" y="276488"/>
                    <a:pt x="95504" y="273948"/>
                    <a:pt x="86995" y="270392"/>
                  </a:cubicBezTo>
                  <a:cubicBezTo>
                    <a:pt x="78486" y="266836"/>
                    <a:pt x="70485" y="262645"/>
                    <a:pt x="62738" y="257565"/>
                  </a:cubicBezTo>
                  <a:cubicBezTo>
                    <a:pt x="54991" y="252486"/>
                    <a:pt x="48006" y="246771"/>
                    <a:pt x="41529" y="240294"/>
                  </a:cubicBezTo>
                  <a:cubicBezTo>
                    <a:pt x="35052" y="233817"/>
                    <a:pt x="29210" y="226832"/>
                    <a:pt x="24003" y="219212"/>
                  </a:cubicBezTo>
                  <a:cubicBezTo>
                    <a:pt x="18796" y="211592"/>
                    <a:pt x="14478" y="203591"/>
                    <a:pt x="10922" y="195082"/>
                  </a:cubicBezTo>
                  <a:cubicBezTo>
                    <a:pt x="7366" y="186573"/>
                    <a:pt x="4699" y="177937"/>
                    <a:pt x="2794" y="168920"/>
                  </a:cubicBezTo>
                  <a:cubicBezTo>
                    <a:pt x="889" y="159903"/>
                    <a:pt x="0" y="150886"/>
                    <a:pt x="0" y="141615"/>
                  </a:cubicBezTo>
                </a:path>
              </a:pathLst>
            </a:custGeom>
            <a:solidFill>
              <a:srgbClr val="0F4662"/>
            </a:solidFill>
          </p:spPr>
        </p:sp>
        <p:sp>
          <p:nvSpPr>
            <p:cNvPr name="Freeform 6" id="6"/>
            <p:cNvSpPr/>
            <p:nvPr/>
          </p:nvSpPr>
          <p:spPr>
            <a:xfrm flipH="false" flipV="false" rot="0">
              <a:off x="509016" y="77088"/>
              <a:ext cx="280924" cy="280807"/>
            </a:xfrm>
            <a:custGeom>
              <a:avLst/>
              <a:gdLst/>
              <a:ahLst/>
              <a:cxnLst/>
              <a:rect r="r" b="b" t="t" l="l"/>
              <a:pathLst>
                <a:path h="280807" w="280924">
                  <a:moveTo>
                    <a:pt x="280797" y="139064"/>
                  </a:moveTo>
                  <a:cubicBezTo>
                    <a:pt x="280924" y="148335"/>
                    <a:pt x="280035" y="157479"/>
                    <a:pt x="278384" y="166496"/>
                  </a:cubicBezTo>
                  <a:cubicBezTo>
                    <a:pt x="276733" y="175513"/>
                    <a:pt x="274066" y="184403"/>
                    <a:pt x="270637" y="192912"/>
                  </a:cubicBezTo>
                  <a:cubicBezTo>
                    <a:pt x="267208" y="201421"/>
                    <a:pt x="262890" y="209676"/>
                    <a:pt x="257810" y="217296"/>
                  </a:cubicBezTo>
                  <a:cubicBezTo>
                    <a:pt x="252730" y="224916"/>
                    <a:pt x="247015" y="232155"/>
                    <a:pt x="240538" y="238759"/>
                  </a:cubicBezTo>
                  <a:cubicBezTo>
                    <a:pt x="234061" y="245363"/>
                    <a:pt x="226949" y="251205"/>
                    <a:pt x="219329" y="256411"/>
                  </a:cubicBezTo>
                  <a:cubicBezTo>
                    <a:pt x="211709" y="261618"/>
                    <a:pt x="203581" y="265936"/>
                    <a:pt x="195072" y="269619"/>
                  </a:cubicBezTo>
                  <a:cubicBezTo>
                    <a:pt x="186563" y="273302"/>
                    <a:pt x="177800" y="275969"/>
                    <a:pt x="168783" y="277874"/>
                  </a:cubicBezTo>
                  <a:cubicBezTo>
                    <a:pt x="159766" y="279779"/>
                    <a:pt x="150622" y="280668"/>
                    <a:pt x="141351" y="280795"/>
                  </a:cubicBezTo>
                  <a:cubicBezTo>
                    <a:pt x="132080" y="280922"/>
                    <a:pt x="122936" y="280033"/>
                    <a:pt x="113919" y="278255"/>
                  </a:cubicBezTo>
                  <a:cubicBezTo>
                    <a:pt x="104902" y="276477"/>
                    <a:pt x="96012" y="273937"/>
                    <a:pt x="87503" y="270381"/>
                  </a:cubicBezTo>
                  <a:cubicBezTo>
                    <a:pt x="78994" y="266825"/>
                    <a:pt x="70866" y="262634"/>
                    <a:pt x="63119" y="257554"/>
                  </a:cubicBezTo>
                  <a:cubicBezTo>
                    <a:pt x="55372" y="252475"/>
                    <a:pt x="48260" y="246633"/>
                    <a:pt x="41656" y="240156"/>
                  </a:cubicBezTo>
                  <a:cubicBezTo>
                    <a:pt x="35052" y="233679"/>
                    <a:pt x="29210" y="226567"/>
                    <a:pt x="24003" y="218947"/>
                  </a:cubicBezTo>
                  <a:cubicBezTo>
                    <a:pt x="18796" y="211327"/>
                    <a:pt x="14478" y="203199"/>
                    <a:pt x="10922" y="194690"/>
                  </a:cubicBezTo>
                  <a:cubicBezTo>
                    <a:pt x="7366" y="186181"/>
                    <a:pt x="4699" y="177418"/>
                    <a:pt x="2794" y="168274"/>
                  </a:cubicBezTo>
                  <a:cubicBezTo>
                    <a:pt x="889" y="159130"/>
                    <a:pt x="0" y="150113"/>
                    <a:pt x="0" y="140842"/>
                  </a:cubicBezTo>
                  <a:cubicBezTo>
                    <a:pt x="0" y="131571"/>
                    <a:pt x="889" y="122427"/>
                    <a:pt x="2667" y="113411"/>
                  </a:cubicBezTo>
                  <a:cubicBezTo>
                    <a:pt x="4445" y="104394"/>
                    <a:pt x="7112" y="95504"/>
                    <a:pt x="10541" y="86995"/>
                  </a:cubicBezTo>
                  <a:cubicBezTo>
                    <a:pt x="13970" y="78486"/>
                    <a:pt x="18415" y="70358"/>
                    <a:pt x="23495" y="62611"/>
                  </a:cubicBezTo>
                  <a:cubicBezTo>
                    <a:pt x="28575" y="54864"/>
                    <a:pt x="34417" y="47752"/>
                    <a:pt x="40894" y="41275"/>
                  </a:cubicBezTo>
                  <a:cubicBezTo>
                    <a:pt x="47371" y="34798"/>
                    <a:pt x="54483" y="28829"/>
                    <a:pt x="62230" y="23749"/>
                  </a:cubicBezTo>
                  <a:cubicBezTo>
                    <a:pt x="69977" y="18669"/>
                    <a:pt x="77978" y="14224"/>
                    <a:pt x="86487" y="10668"/>
                  </a:cubicBezTo>
                  <a:cubicBezTo>
                    <a:pt x="94996" y="7112"/>
                    <a:pt x="103759" y="4445"/>
                    <a:pt x="112903" y="2667"/>
                  </a:cubicBezTo>
                  <a:cubicBezTo>
                    <a:pt x="122047" y="889"/>
                    <a:pt x="131064" y="0"/>
                    <a:pt x="140335" y="0"/>
                  </a:cubicBezTo>
                  <a:cubicBezTo>
                    <a:pt x="149606" y="0"/>
                    <a:pt x="158623" y="762"/>
                    <a:pt x="167640" y="2540"/>
                  </a:cubicBezTo>
                  <a:cubicBezTo>
                    <a:pt x="176657" y="4318"/>
                    <a:pt x="185420" y="6858"/>
                    <a:pt x="193929" y="10414"/>
                  </a:cubicBezTo>
                  <a:cubicBezTo>
                    <a:pt x="202438" y="13970"/>
                    <a:pt x="210439" y="18161"/>
                    <a:pt x="218186" y="23241"/>
                  </a:cubicBezTo>
                  <a:cubicBezTo>
                    <a:pt x="225933" y="28321"/>
                    <a:pt x="232918" y="34036"/>
                    <a:pt x="239395" y="40513"/>
                  </a:cubicBezTo>
                  <a:cubicBezTo>
                    <a:pt x="245872" y="46990"/>
                    <a:pt x="251714" y="53975"/>
                    <a:pt x="256921" y="61595"/>
                  </a:cubicBezTo>
                  <a:cubicBezTo>
                    <a:pt x="262128" y="69215"/>
                    <a:pt x="266446" y="77216"/>
                    <a:pt x="270002" y="85725"/>
                  </a:cubicBezTo>
                  <a:cubicBezTo>
                    <a:pt x="273558" y="94234"/>
                    <a:pt x="276225" y="102870"/>
                    <a:pt x="278130" y="111887"/>
                  </a:cubicBezTo>
                  <a:cubicBezTo>
                    <a:pt x="280035" y="120904"/>
                    <a:pt x="280924" y="129920"/>
                    <a:pt x="280924" y="139191"/>
                  </a:cubicBezTo>
                  <a:close/>
                </a:path>
              </a:pathLst>
            </a:custGeom>
            <a:solidFill>
              <a:srgbClr val="0F4662"/>
            </a:solidFill>
          </p:spPr>
        </p:sp>
        <p:sp>
          <p:nvSpPr>
            <p:cNvPr name="Freeform 7" id="7"/>
            <p:cNvSpPr/>
            <p:nvPr/>
          </p:nvSpPr>
          <p:spPr>
            <a:xfrm flipH="false" flipV="false" rot="0">
              <a:off x="950214" y="77088"/>
              <a:ext cx="280924" cy="280807"/>
            </a:xfrm>
            <a:custGeom>
              <a:avLst/>
              <a:gdLst/>
              <a:ahLst/>
              <a:cxnLst/>
              <a:rect r="r" b="b" t="t" l="l"/>
              <a:pathLst>
                <a:path h="280807" w="280924">
                  <a:moveTo>
                    <a:pt x="280798" y="139064"/>
                  </a:moveTo>
                  <a:cubicBezTo>
                    <a:pt x="280925" y="148335"/>
                    <a:pt x="280036" y="157479"/>
                    <a:pt x="278385" y="166496"/>
                  </a:cubicBezTo>
                  <a:cubicBezTo>
                    <a:pt x="276734" y="175513"/>
                    <a:pt x="274067" y="184403"/>
                    <a:pt x="270638" y="192912"/>
                  </a:cubicBezTo>
                  <a:cubicBezTo>
                    <a:pt x="267209" y="201421"/>
                    <a:pt x="262891" y="209676"/>
                    <a:pt x="257811" y="217296"/>
                  </a:cubicBezTo>
                  <a:cubicBezTo>
                    <a:pt x="252731" y="224916"/>
                    <a:pt x="247016" y="232155"/>
                    <a:pt x="240539" y="238759"/>
                  </a:cubicBezTo>
                  <a:cubicBezTo>
                    <a:pt x="234062" y="245363"/>
                    <a:pt x="226950" y="251205"/>
                    <a:pt x="219330" y="256411"/>
                  </a:cubicBezTo>
                  <a:cubicBezTo>
                    <a:pt x="211710" y="261618"/>
                    <a:pt x="203582" y="265936"/>
                    <a:pt x="195073" y="269619"/>
                  </a:cubicBezTo>
                  <a:cubicBezTo>
                    <a:pt x="186564" y="273302"/>
                    <a:pt x="177800" y="275969"/>
                    <a:pt x="168783" y="277874"/>
                  </a:cubicBezTo>
                  <a:cubicBezTo>
                    <a:pt x="159767" y="279779"/>
                    <a:pt x="150622" y="280668"/>
                    <a:pt x="141351" y="280795"/>
                  </a:cubicBezTo>
                  <a:cubicBezTo>
                    <a:pt x="132080" y="280922"/>
                    <a:pt x="122936" y="280033"/>
                    <a:pt x="113919" y="278255"/>
                  </a:cubicBezTo>
                  <a:cubicBezTo>
                    <a:pt x="104903" y="276477"/>
                    <a:pt x="96012" y="273937"/>
                    <a:pt x="87503" y="270381"/>
                  </a:cubicBezTo>
                  <a:cubicBezTo>
                    <a:pt x="78994" y="266825"/>
                    <a:pt x="70867" y="262634"/>
                    <a:pt x="63119" y="257554"/>
                  </a:cubicBezTo>
                  <a:cubicBezTo>
                    <a:pt x="55372" y="252475"/>
                    <a:pt x="48261" y="246633"/>
                    <a:pt x="41656" y="240156"/>
                  </a:cubicBezTo>
                  <a:cubicBezTo>
                    <a:pt x="35053" y="233679"/>
                    <a:pt x="29211" y="226567"/>
                    <a:pt x="24003" y="218947"/>
                  </a:cubicBezTo>
                  <a:cubicBezTo>
                    <a:pt x="18797" y="211327"/>
                    <a:pt x="14478" y="203199"/>
                    <a:pt x="10922" y="194690"/>
                  </a:cubicBezTo>
                  <a:cubicBezTo>
                    <a:pt x="7367" y="186181"/>
                    <a:pt x="4700" y="177418"/>
                    <a:pt x="2794" y="168274"/>
                  </a:cubicBezTo>
                  <a:cubicBezTo>
                    <a:pt x="889" y="159130"/>
                    <a:pt x="0" y="150113"/>
                    <a:pt x="0" y="140842"/>
                  </a:cubicBezTo>
                  <a:cubicBezTo>
                    <a:pt x="0" y="131571"/>
                    <a:pt x="889" y="122427"/>
                    <a:pt x="2667" y="113411"/>
                  </a:cubicBezTo>
                  <a:cubicBezTo>
                    <a:pt x="4445" y="104394"/>
                    <a:pt x="7112" y="95504"/>
                    <a:pt x="10542" y="86995"/>
                  </a:cubicBezTo>
                  <a:cubicBezTo>
                    <a:pt x="13970" y="78486"/>
                    <a:pt x="18415" y="70358"/>
                    <a:pt x="23495" y="62611"/>
                  </a:cubicBezTo>
                  <a:cubicBezTo>
                    <a:pt x="28575" y="54864"/>
                    <a:pt x="34417" y="47752"/>
                    <a:pt x="40894" y="41275"/>
                  </a:cubicBezTo>
                  <a:cubicBezTo>
                    <a:pt x="47372" y="34798"/>
                    <a:pt x="54483" y="28829"/>
                    <a:pt x="62230" y="23749"/>
                  </a:cubicBezTo>
                  <a:cubicBezTo>
                    <a:pt x="69978" y="18669"/>
                    <a:pt x="77978" y="14224"/>
                    <a:pt x="86487" y="10668"/>
                  </a:cubicBezTo>
                  <a:cubicBezTo>
                    <a:pt x="94997" y="7112"/>
                    <a:pt x="103759" y="4445"/>
                    <a:pt x="112903" y="2667"/>
                  </a:cubicBezTo>
                  <a:cubicBezTo>
                    <a:pt x="122047" y="889"/>
                    <a:pt x="131064" y="0"/>
                    <a:pt x="140336" y="0"/>
                  </a:cubicBezTo>
                  <a:cubicBezTo>
                    <a:pt x="149606" y="0"/>
                    <a:pt x="158623" y="762"/>
                    <a:pt x="167640" y="2540"/>
                  </a:cubicBezTo>
                  <a:cubicBezTo>
                    <a:pt x="176658" y="4318"/>
                    <a:pt x="185420" y="6858"/>
                    <a:pt x="193930" y="10414"/>
                  </a:cubicBezTo>
                  <a:cubicBezTo>
                    <a:pt x="202439" y="13970"/>
                    <a:pt x="210440" y="18161"/>
                    <a:pt x="218187" y="23241"/>
                  </a:cubicBezTo>
                  <a:cubicBezTo>
                    <a:pt x="225934" y="28321"/>
                    <a:pt x="232919" y="34036"/>
                    <a:pt x="239396" y="40513"/>
                  </a:cubicBezTo>
                  <a:cubicBezTo>
                    <a:pt x="245873" y="46990"/>
                    <a:pt x="251715" y="53975"/>
                    <a:pt x="256922" y="61595"/>
                  </a:cubicBezTo>
                  <a:cubicBezTo>
                    <a:pt x="262129" y="69215"/>
                    <a:pt x="266447" y="77216"/>
                    <a:pt x="270003" y="85725"/>
                  </a:cubicBezTo>
                  <a:cubicBezTo>
                    <a:pt x="273559" y="94234"/>
                    <a:pt x="276226" y="102870"/>
                    <a:pt x="278131" y="111887"/>
                  </a:cubicBezTo>
                  <a:cubicBezTo>
                    <a:pt x="280036" y="120904"/>
                    <a:pt x="280925" y="129920"/>
                    <a:pt x="280925" y="139191"/>
                  </a:cubicBezTo>
                  <a:close/>
                </a:path>
              </a:pathLst>
            </a:custGeom>
            <a:solidFill>
              <a:srgbClr val="0F4662"/>
            </a:solidFill>
          </p:spPr>
        </p:sp>
        <p:sp>
          <p:nvSpPr>
            <p:cNvPr name="Freeform 8" id="8"/>
            <p:cNvSpPr/>
            <p:nvPr/>
          </p:nvSpPr>
          <p:spPr>
            <a:xfrm flipH="false" flipV="false" rot="0">
              <a:off x="1391159" y="77088"/>
              <a:ext cx="280924" cy="280807"/>
            </a:xfrm>
            <a:custGeom>
              <a:avLst/>
              <a:gdLst/>
              <a:ahLst/>
              <a:cxnLst/>
              <a:rect r="r" b="b" t="t" l="l"/>
              <a:pathLst>
                <a:path h="280807" w="280924">
                  <a:moveTo>
                    <a:pt x="280797" y="139064"/>
                  </a:moveTo>
                  <a:cubicBezTo>
                    <a:pt x="280924" y="148335"/>
                    <a:pt x="280035" y="157479"/>
                    <a:pt x="278384" y="166496"/>
                  </a:cubicBezTo>
                  <a:cubicBezTo>
                    <a:pt x="276733" y="175513"/>
                    <a:pt x="274066" y="184403"/>
                    <a:pt x="270637" y="192912"/>
                  </a:cubicBezTo>
                  <a:cubicBezTo>
                    <a:pt x="267208" y="201421"/>
                    <a:pt x="262890" y="209676"/>
                    <a:pt x="257810" y="217296"/>
                  </a:cubicBezTo>
                  <a:cubicBezTo>
                    <a:pt x="252730" y="224916"/>
                    <a:pt x="247015" y="232155"/>
                    <a:pt x="240538" y="238759"/>
                  </a:cubicBezTo>
                  <a:cubicBezTo>
                    <a:pt x="234061" y="245363"/>
                    <a:pt x="226949" y="251205"/>
                    <a:pt x="219329" y="256411"/>
                  </a:cubicBezTo>
                  <a:cubicBezTo>
                    <a:pt x="211709" y="261618"/>
                    <a:pt x="203581" y="265936"/>
                    <a:pt x="195072" y="269619"/>
                  </a:cubicBezTo>
                  <a:cubicBezTo>
                    <a:pt x="186563" y="273302"/>
                    <a:pt x="177800" y="275969"/>
                    <a:pt x="168783" y="277874"/>
                  </a:cubicBezTo>
                  <a:cubicBezTo>
                    <a:pt x="159766" y="279779"/>
                    <a:pt x="150622" y="280668"/>
                    <a:pt x="141351" y="280795"/>
                  </a:cubicBezTo>
                  <a:cubicBezTo>
                    <a:pt x="132080" y="280922"/>
                    <a:pt x="122936" y="280033"/>
                    <a:pt x="113919" y="278255"/>
                  </a:cubicBezTo>
                  <a:cubicBezTo>
                    <a:pt x="104902" y="276477"/>
                    <a:pt x="96012" y="273937"/>
                    <a:pt x="87503" y="270381"/>
                  </a:cubicBezTo>
                  <a:cubicBezTo>
                    <a:pt x="78994" y="266825"/>
                    <a:pt x="70866" y="262634"/>
                    <a:pt x="63119" y="257554"/>
                  </a:cubicBezTo>
                  <a:cubicBezTo>
                    <a:pt x="55372" y="252475"/>
                    <a:pt x="48260" y="246633"/>
                    <a:pt x="41656" y="240156"/>
                  </a:cubicBezTo>
                  <a:cubicBezTo>
                    <a:pt x="35052" y="233679"/>
                    <a:pt x="29210" y="226567"/>
                    <a:pt x="24003" y="218947"/>
                  </a:cubicBezTo>
                  <a:cubicBezTo>
                    <a:pt x="18796" y="211327"/>
                    <a:pt x="14478" y="203199"/>
                    <a:pt x="10922" y="194690"/>
                  </a:cubicBezTo>
                  <a:cubicBezTo>
                    <a:pt x="7366" y="186181"/>
                    <a:pt x="4699" y="177418"/>
                    <a:pt x="2794" y="168274"/>
                  </a:cubicBezTo>
                  <a:cubicBezTo>
                    <a:pt x="889" y="159130"/>
                    <a:pt x="0" y="150113"/>
                    <a:pt x="0" y="140842"/>
                  </a:cubicBezTo>
                  <a:cubicBezTo>
                    <a:pt x="0" y="131571"/>
                    <a:pt x="889" y="122427"/>
                    <a:pt x="2667" y="113411"/>
                  </a:cubicBezTo>
                  <a:cubicBezTo>
                    <a:pt x="4445" y="104394"/>
                    <a:pt x="7112" y="95504"/>
                    <a:pt x="10541" y="86995"/>
                  </a:cubicBezTo>
                  <a:cubicBezTo>
                    <a:pt x="13970" y="78486"/>
                    <a:pt x="18415" y="70358"/>
                    <a:pt x="23495" y="62611"/>
                  </a:cubicBezTo>
                  <a:cubicBezTo>
                    <a:pt x="28575" y="54864"/>
                    <a:pt x="34417" y="47752"/>
                    <a:pt x="40894" y="41275"/>
                  </a:cubicBezTo>
                  <a:cubicBezTo>
                    <a:pt x="47371" y="34798"/>
                    <a:pt x="54483" y="28829"/>
                    <a:pt x="62230" y="23749"/>
                  </a:cubicBezTo>
                  <a:cubicBezTo>
                    <a:pt x="69977" y="18669"/>
                    <a:pt x="77978" y="14224"/>
                    <a:pt x="86487" y="10668"/>
                  </a:cubicBezTo>
                  <a:cubicBezTo>
                    <a:pt x="94996" y="7112"/>
                    <a:pt x="103759" y="4445"/>
                    <a:pt x="112903" y="2667"/>
                  </a:cubicBezTo>
                  <a:cubicBezTo>
                    <a:pt x="122047" y="889"/>
                    <a:pt x="131064" y="0"/>
                    <a:pt x="140335" y="0"/>
                  </a:cubicBezTo>
                  <a:cubicBezTo>
                    <a:pt x="149606" y="0"/>
                    <a:pt x="158623" y="762"/>
                    <a:pt x="167640" y="2540"/>
                  </a:cubicBezTo>
                  <a:cubicBezTo>
                    <a:pt x="176657" y="4318"/>
                    <a:pt x="185420" y="6858"/>
                    <a:pt x="193929" y="10414"/>
                  </a:cubicBezTo>
                  <a:cubicBezTo>
                    <a:pt x="202438" y="13970"/>
                    <a:pt x="210439" y="18161"/>
                    <a:pt x="218186" y="23241"/>
                  </a:cubicBezTo>
                  <a:cubicBezTo>
                    <a:pt x="225933" y="28321"/>
                    <a:pt x="232918" y="34036"/>
                    <a:pt x="239395" y="40513"/>
                  </a:cubicBezTo>
                  <a:cubicBezTo>
                    <a:pt x="245872" y="46990"/>
                    <a:pt x="251714" y="53975"/>
                    <a:pt x="256921" y="61595"/>
                  </a:cubicBezTo>
                  <a:cubicBezTo>
                    <a:pt x="262128" y="69215"/>
                    <a:pt x="266446" y="77216"/>
                    <a:pt x="270002" y="85725"/>
                  </a:cubicBezTo>
                  <a:cubicBezTo>
                    <a:pt x="273558" y="94234"/>
                    <a:pt x="276225" y="102870"/>
                    <a:pt x="278130" y="111887"/>
                  </a:cubicBezTo>
                  <a:cubicBezTo>
                    <a:pt x="280035" y="120904"/>
                    <a:pt x="280924" y="129920"/>
                    <a:pt x="280924" y="139191"/>
                  </a:cubicBezTo>
                  <a:close/>
                </a:path>
              </a:pathLst>
            </a:custGeom>
            <a:solidFill>
              <a:srgbClr val="0F4662"/>
            </a:solidFill>
          </p:spPr>
        </p:sp>
        <p:sp>
          <p:nvSpPr>
            <p:cNvPr name="Freeform 9" id="9"/>
            <p:cNvSpPr/>
            <p:nvPr/>
          </p:nvSpPr>
          <p:spPr>
            <a:xfrm flipH="false" flipV="false" rot="0">
              <a:off x="1832103" y="77088"/>
              <a:ext cx="280924" cy="280807"/>
            </a:xfrm>
            <a:custGeom>
              <a:avLst/>
              <a:gdLst/>
              <a:ahLst/>
              <a:cxnLst/>
              <a:rect r="r" b="b" t="t" l="l"/>
              <a:pathLst>
                <a:path h="280807" w="280924">
                  <a:moveTo>
                    <a:pt x="280797" y="139064"/>
                  </a:moveTo>
                  <a:cubicBezTo>
                    <a:pt x="280924" y="148335"/>
                    <a:pt x="280035" y="157479"/>
                    <a:pt x="278384" y="166496"/>
                  </a:cubicBezTo>
                  <a:cubicBezTo>
                    <a:pt x="276733" y="175513"/>
                    <a:pt x="274066" y="184403"/>
                    <a:pt x="270637" y="192912"/>
                  </a:cubicBezTo>
                  <a:cubicBezTo>
                    <a:pt x="267208" y="201421"/>
                    <a:pt x="262890" y="209676"/>
                    <a:pt x="257810" y="217296"/>
                  </a:cubicBezTo>
                  <a:cubicBezTo>
                    <a:pt x="252730" y="224916"/>
                    <a:pt x="247015" y="232155"/>
                    <a:pt x="240538" y="238759"/>
                  </a:cubicBezTo>
                  <a:cubicBezTo>
                    <a:pt x="234061" y="245363"/>
                    <a:pt x="226949" y="251205"/>
                    <a:pt x="219329" y="256411"/>
                  </a:cubicBezTo>
                  <a:cubicBezTo>
                    <a:pt x="211709" y="261618"/>
                    <a:pt x="203581" y="265936"/>
                    <a:pt x="195072" y="269619"/>
                  </a:cubicBezTo>
                  <a:cubicBezTo>
                    <a:pt x="186563" y="273302"/>
                    <a:pt x="177800" y="275969"/>
                    <a:pt x="168783" y="277874"/>
                  </a:cubicBezTo>
                  <a:cubicBezTo>
                    <a:pt x="159766" y="279779"/>
                    <a:pt x="150622" y="280668"/>
                    <a:pt x="141351" y="280795"/>
                  </a:cubicBezTo>
                  <a:cubicBezTo>
                    <a:pt x="132080" y="280922"/>
                    <a:pt x="122936" y="280033"/>
                    <a:pt x="113919" y="278255"/>
                  </a:cubicBezTo>
                  <a:cubicBezTo>
                    <a:pt x="104902" y="276477"/>
                    <a:pt x="96012" y="273937"/>
                    <a:pt x="87503" y="270381"/>
                  </a:cubicBezTo>
                  <a:cubicBezTo>
                    <a:pt x="78994" y="266825"/>
                    <a:pt x="70866" y="262634"/>
                    <a:pt x="63119" y="257554"/>
                  </a:cubicBezTo>
                  <a:cubicBezTo>
                    <a:pt x="55372" y="252475"/>
                    <a:pt x="48260" y="246633"/>
                    <a:pt x="41656" y="240156"/>
                  </a:cubicBezTo>
                  <a:cubicBezTo>
                    <a:pt x="35052" y="233679"/>
                    <a:pt x="29210" y="226567"/>
                    <a:pt x="24003" y="218947"/>
                  </a:cubicBezTo>
                  <a:cubicBezTo>
                    <a:pt x="18796" y="211327"/>
                    <a:pt x="14478" y="203199"/>
                    <a:pt x="10922" y="194690"/>
                  </a:cubicBezTo>
                  <a:cubicBezTo>
                    <a:pt x="7366" y="186181"/>
                    <a:pt x="4699" y="177418"/>
                    <a:pt x="2794" y="168274"/>
                  </a:cubicBezTo>
                  <a:cubicBezTo>
                    <a:pt x="889" y="159130"/>
                    <a:pt x="0" y="150113"/>
                    <a:pt x="0" y="140842"/>
                  </a:cubicBezTo>
                  <a:cubicBezTo>
                    <a:pt x="0" y="131571"/>
                    <a:pt x="889" y="122427"/>
                    <a:pt x="2667" y="113411"/>
                  </a:cubicBezTo>
                  <a:cubicBezTo>
                    <a:pt x="4445" y="104394"/>
                    <a:pt x="7112" y="95504"/>
                    <a:pt x="10541" y="86995"/>
                  </a:cubicBezTo>
                  <a:cubicBezTo>
                    <a:pt x="13970" y="78486"/>
                    <a:pt x="18415" y="70358"/>
                    <a:pt x="23495" y="62611"/>
                  </a:cubicBezTo>
                  <a:cubicBezTo>
                    <a:pt x="28575" y="54864"/>
                    <a:pt x="34417" y="47752"/>
                    <a:pt x="40894" y="41275"/>
                  </a:cubicBezTo>
                  <a:cubicBezTo>
                    <a:pt x="47371" y="34798"/>
                    <a:pt x="54483" y="28829"/>
                    <a:pt x="62230" y="23749"/>
                  </a:cubicBezTo>
                  <a:cubicBezTo>
                    <a:pt x="69977" y="18669"/>
                    <a:pt x="77978" y="14224"/>
                    <a:pt x="86487" y="10668"/>
                  </a:cubicBezTo>
                  <a:cubicBezTo>
                    <a:pt x="94996" y="7112"/>
                    <a:pt x="103759" y="4445"/>
                    <a:pt x="112903" y="2667"/>
                  </a:cubicBezTo>
                  <a:cubicBezTo>
                    <a:pt x="122047" y="889"/>
                    <a:pt x="131064" y="0"/>
                    <a:pt x="140335" y="0"/>
                  </a:cubicBezTo>
                  <a:cubicBezTo>
                    <a:pt x="149606" y="0"/>
                    <a:pt x="158623" y="762"/>
                    <a:pt x="167640" y="2540"/>
                  </a:cubicBezTo>
                  <a:cubicBezTo>
                    <a:pt x="176657" y="4318"/>
                    <a:pt x="185420" y="6858"/>
                    <a:pt x="193929" y="10414"/>
                  </a:cubicBezTo>
                  <a:cubicBezTo>
                    <a:pt x="202438" y="13970"/>
                    <a:pt x="210439" y="18161"/>
                    <a:pt x="218186" y="23241"/>
                  </a:cubicBezTo>
                  <a:cubicBezTo>
                    <a:pt x="225933" y="28321"/>
                    <a:pt x="232918" y="34036"/>
                    <a:pt x="239395" y="40513"/>
                  </a:cubicBezTo>
                  <a:cubicBezTo>
                    <a:pt x="245872" y="46990"/>
                    <a:pt x="251714" y="53975"/>
                    <a:pt x="256921" y="61595"/>
                  </a:cubicBezTo>
                  <a:cubicBezTo>
                    <a:pt x="262128" y="69215"/>
                    <a:pt x="266446" y="77216"/>
                    <a:pt x="270002" y="85725"/>
                  </a:cubicBezTo>
                  <a:cubicBezTo>
                    <a:pt x="273558" y="94234"/>
                    <a:pt x="276225" y="102870"/>
                    <a:pt x="278130" y="111887"/>
                  </a:cubicBezTo>
                  <a:cubicBezTo>
                    <a:pt x="280035" y="120904"/>
                    <a:pt x="280924" y="129920"/>
                    <a:pt x="280924" y="139191"/>
                  </a:cubicBezTo>
                  <a:close/>
                </a:path>
              </a:pathLst>
            </a:custGeom>
            <a:solidFill>
              <a:srgbClr val="0F4662"/>
            </a:solidFill>
          </p:spPr>
        </p:sp>
        <p:sp>
          <p:nvSpPr>
            <p:cNvPr name="Freeform 10" id="10"/>
            <p:cNvSpPr/>
            <p:nvPr/>
          </p:nvSpPr>
          <p:spPr>
            <a:xfrm flipH="false" flipV="false" rot="0">
              <a:off x="63500" y="63500"/>
              <a:ext cx="2054099" cy="305560"/>
            </a:xfrm>
            <a:custGeom>
              <a:avLst/>
              <a:gdLst/>
              <a:ahLst/>
              <a:cxnLst/>
              <a:rect r="r" b="b" t="t" l="l"/>
              <a:pathLst>
                <a:path h="305560" w="2054099">
                  <a:moveTo>
                    <a:pt x="0" y="305559"/>
                  </a:moveTo>
                  <a:lnTo>
                    <a:pt x="2054099" y="305559"/>
                  </a:lnTo>
                  <a:lnTo>
                    <a:pt x="2054099" y="0"/>
                  </a:lnTo>
                  <a:lnTo>
                    <a:pt x="0" y="0"/>
                  </a:lnTo>
                  <a:close/>
                </a:path>
              </a:pathLst>
            </a:custGeom>
            <a:solidFill>
              <a:srgbClr val="000000">
                <a:alpha val="0"/>
              </a:srgbClr>
            </a:solidFill>
          </p:spPr>
        </p:sp>
      </p:grpSp>
      <p:grpSp>
        <p:nvGrpSpPr>
          <p:cNvPr name="Group 11" id="11"/>
          <p:cNvGrpSpPr/>
          <p:nvPr/>
        </p:nvGrpSpPr>
        <p:grpSpPr>
          <a:xfrm rot="0">
            <a:off x="7026364" y="1548536"/>
            <a:ext cx="2181139" cy="432549"/>
            <a:chOff x="0" y="0"/>
            <a:chExt cx="2181136" cy="432549"/>
          </a:xfrm>
        </p:grpSpPr>
        <p:sp>
          <p:nvSpPr>
            <p:cNvPr name="Freeform 12" id="12"/>
            <p:cNvSpPr/>
            <p:nvPr/>
          </p:nvSpPr>
          <p:spPr>
            <a:xfrm flipH="false" flipV="false" rot="0">
              <a:off x="67945" y="74536"/>
              <a:ext cx="281051" cy="280807"/>
            </a:xfrm>
            <a:custGeom>
              <a:avLst/>
              <a:gdLst/>
              <a:ahLst/>
              <a:cxnLst/>
              <a:rect r="r" b="b" t="t" l="l"/>
              <a:pathLst>
                <a:path h="280807" w="281051">
                  <a:moveTo>
                    <a:pt x="254" y="141616"/>
                  </a:moveTo>
                  <a:cubicBezTo>
                    <a:pt x="127" y="132345"/>
                    <a:pt x="1016" y="123201"/>
                    <a:pt x="2667" y="114185"/>
                  </a:cubicBezTo>
                  <a:cubicBezTo>
                    <a:pt x="4318" y="105168"/>
                    <a:pt x="6985" y="96278"/>
                    <a:pt x="10414" y="87769"/>
                  </a:cubicBezTo>
                  <a:cubicBezTo>
                    <a:pt x="13843" y="79260"/>
                    <a:pt x="18161" y="71005"/>
                    <a:pt x="23241" y="63385"/>
                  </a:cubicBezTo>
                  <a:cubicBezTo>
                    <a:pt x="28321" y="55765"/>
                    <a:pt x="34036" y="48526"/>
                    <a:pt x="40513" y="41922"/>
                  </a:cubicBezTo>
                  <a:cubicBezTo>
                    <a:pt x="46990" y="35318"/>
                    <a:pt x="54102" y="29476"/>
                    <a:pt x="61722" y="24269"/>
                  </a:cubicBezTo>
                  <a:cubicBezTo>
                    <a:pt x="69342" y="19062"/>
                    <a:pt x="77470" y="14744"/>
                    <a:pt x="85979" y="11061"/>
                  </a:cubicBezTo>
                  <a:cubicBezTo>
                    <a:pt x="94488" y="7378"/>
                    <a:pt x="103251" y="4711"/>
                    <a:pt x="112268" y="2933"/>
                  </a:cubicBezTo>
                  <a:cubicBezTo>
                    <a:pt x="121285" y="1155"/>
                    <a:pt x="130429" y="139"/>
                    <a:pt x="139700" y="12"/>
                  </a:cubicBezTo>
                  <a:cubicBezTo>
                    <a:pt x="148971" y="-115"/>
                    <a:pt x="158115" y="774"/>
                    <a:pt x="167132" y="2552"/>
                  </a:cubicBezTo>
                  <a:cubicBezTo>
                    <a:pt x="176149" y="4330"/>
                    <a:pt x="185039" y="6870"/>
                    <a:pt x="193548" y="10426"/>
                  </a:cubicBezTo>
                  <a:cubicBezTo>
                    <a:pt x="202057" y="13982"/>
                    <a:pt x="210185" y="18173"/>
                    <a:pt x="217932" y="23253"/>
                  </a:cubicBezTo>
                  <a:cubicBezTo>
                    <a:pt x="225679" y="28333"/>
                    <a:pt x="232791" y="34175"/>
                    <a:pt x="239395" y="40652"/>
                  </a:cubicBezTo>
                  <a:cubicBezTo>
                    <a:pt x="245999" y="47129"/>
                    <a:pt x="251841" y="54241"/>
                    <a:pt x="257048" y="61861"/>
                  </a:cubicBezTo>
                  <a:cubicBezTo>
                    <a:pt x="262255" y="69481"/>
                    <a:pt x="266573" y="77609"/>
                    <a:pt x="270129" y="86118"/>
                  </a:cubicBezTo>
                  <a:cubicBezTo>
                    <a:pt x="273685" y="94627"/>
                    <a:pt x="276352" y="103390"/>
                    <a:pt x="278257" y="112534"/>
                  </a:cubicBezTo>
                  <a:cubicBezTo>
                    <a:pt x="280162" y="121677"/>
                    <a:pt x="281051" y="130694"/>
                    <a:pt x="281051" y="139965"/>
                  </a:cubicBezTo>
                  <a:cubicBezTo>
                    <a:pt x="281051" y="149236"/>
                    <a:pt x="280162" y="158380"/>
                    <a:pt x="278384" y="167397"/>
                  </a:cubicBezTo>
                  <a:cubicBezTo>
                    <a:pt x="276606" y="176414"/>
                    <a:pt x="273939" y="185304"/>
                    <a:pt x="270383" y="193813"/>
                  </a:cubicBezTo>
                  <a:cubicBezTo>
                    <a:pt x="266827" y="202322"/>
                    <a:pt x="262509" y="210450"/>
                    <a:pt x="257429" y="218197"/>
                  </a:cubicBezTo>
                  <a:cubicBezTo>
                    <a:pt x="252349" y="225944"/>
                    <a:pt x="246507" y="233056"/>
                    <a:pt x="240030" y="239533"/>
                  </a:cubicBezTo>
                  <a:cubicBezTo>
                    <a:pt x="233553" y="246010"/>
                    <a:pt x="226441" y="251978"/>
                    <a:pt x="218694" y="257058"/>
                  </a:cubicBezTo>
                  <a:cubicBezTo>
                    <a:pt x="210947" y="262138"/>
                    <a:pt x="202946" y="266583"/>
                    <a:pt x="194437" y="270139"/>
                  </a:cubicBezTo>
                  <a:cubicBezTo>
                    <a:pt x="185928" y="273695"/>
                    <a:pt x="177165" y="276362"/>
                    <a:pt x="168021" y="278140"/>
                  </a:cubicBezTo>
                  <a:cubicBezTo>
                    <a:pt x="158877" y="279918"/>
                    <a:pt x="149860" y="280807"/>
                    <a:pt x="140589" y="280807"/>
                  </a:cubicBezTo>
                  <a:cubicBezTo>
                    <a:pt x="131318" y="280807"/>
                    <a:pt x="122301" y="280045"/>
                    <a:pt x="113284" y="278267"/>
                  </a:cubicBezTo>
                  <a:cubicBezTo>
                    <a:pt x="104267" y="276489"/>
                    <a:pt x="95504" y="273949"/>
                    <a:pt x="86995" y="270393"/>
                  </a:cubicBezTo>
                  <a:cubicBezTo>
                    <a:pt x="78486" y="266837"/>
                    <a:pt x="70485" y="262646"/>
                    <a:pt x="62738" y="257566"/>
                  </a:cubicBezTo>
                  <a:cubicBezTo>
                    <a:pt x="54991" y="252486"/>
                    <a:pt x="48006" y="246772"/>
                    <a:pt x="41529" y="240295"/>
                  </a:cubicBezTo>
                  <a:cubicBezTo>
                    <a:pt x="35052" y="233818"/>
                    <a:pt x="29210" y="226833"/>
                    <a:pt x="24003" y="219213"/>
                  </a:cubicBezTo>
                  <a:cubicBezTo>
                    <a:pt x="18796" y="211593"/>
                    <a:pt x="14478" y="203592"/>
                    <a:pt x="10922" y="195083"/>
                  </a:cubicBezTo>
                  <a:cubicBezTo>
                    <a:pt x="7366" y="186574"/>
                    <a:pt x="4699" y="177938"/>
                    <a:pt x="2794" y="168921"/>
                  </a:cubicBezTo>
                  <a:cubicBezTo>
                    <a:pt x="889" y="159904"/>
                    <a:pt x="0" y="150887"/>
                    <a:pt x="0" y="141616"/>
                  </a:cubicBezTo>
                </a:path>
              </a:pathLst>
            </a:custGeom>
            <a:solidFill>
              <a:srgbClr val="0F4662"/>
            </a:solidFill>
          </p:spPr>
        </p:sp>
        <p:sp>
          <p:nvSpPr>
            <p:cNvPr name="Freeform 13" id="13"/>
            <p:cNvSpPr/>
            <p:nvPr/>
          </p:nvSpPr>
          <p:spPr>
            <a:xfrm flipH="false" flipV="false" rot="0">
              <a:off x="509016" y="77088"/>
              <a:ext cx="280924" cy="280807"/>
            </a:xfrm>
            <a:custGeom>
              <a:avLst/>
              <a:gdLst/>
              <a:ahLst/>
              <a:cxnLst/>
              <a:rect r="r" b="b" t="t" l="l"/>
              <a:pathLst>
                <a:path h="280807" w="280924">
                  <a:moveTo>
                    <a:pt x="280797" y="139064"/>
                  </a:moveTo>
                  <a:cubicBezTo>
                    <a:pt x="280924" y="148335"/>
                    <a:pt x="280035" y="157479"/>
                    <a:pt x="278384" y="166496"/>
                  </a:cubicBezTo>
                  <a:cubicBezTo>
                    <a:pt x="276733" y="175513"/>
                    <a:pt x="274066" y="184403"/>
                    <a:pt x="270637" y="192912"/>
                  </a:cubicBezTo>
                  <a:cubicBezTo>
                    <a:pt x="267208" y="201421"/>
                    <a:pt x="262890" y="209676"/>
                    <a:pt x="257810" y="217296"/>
                  </a:cubicBezTo>
                  <a:cubicBezTo>
                    <a:pt x="252730" y="224916"/>
                    <a:pt x="247015" y="232155"/>
                    <a:pt x="240538" y="238759"/>
                  </a:cubicBezTo>
                  <a:cubicBezTo>
                    <a:pt x="234061" y="245362"/>
                    <a:pt x="226949" y="251204"/>
                    <a:pt x="219329" y="256411"/>
                  </a:cubicBezTo>
                  <a:cubicBezTo>
                    <a:pt x="211709" y="261618"/>
                    <a:pt x="203581" y="265936"/>
                    <a:pt x="195072" y="269619"/>
                  </a:cubicBezTo>
                  <a:cubicBezTo>
                    <a:pt x="186563" y="273302"/>
                    <a:pt x="177800" y="275969"/>
                    <a:pt x="168783" y="277874"/>
                  </a:cubicBezTo>
                  <a:cubicBezTo>
                    <a:pt x="159766" y="279779"/>
                    <a:pt x="150622" y="280668"/>
                    <a:pt x="141351" y="280795"/>
                  </a:cubicBezTo>
                  <a:cubicBezTo>
                    <a:pt x="132080" y="280922"/>
                    <a:pt x="122936" y="280033"/>
                    <a:pt x="113919" y="278255"/>
                  </a:cubicBezTo>
                  <a:cubicBezTo>
                    <a:pt x="104902" y="276477"/>
                    <a:pt x="96012" y="273937"/>
                    <a:pt x="87503" y="270381"/>
                  </a:cubicBezTo>
                  <a:cubicBezTo>
                    <a:pt x="78994" y="266825"/>
                    <a:pt x="70866" y="262634"/>
                    <a:pt x="63119" y="257554"/>
                  </a:cubicBezTo>
                  <a:cubicBezTo>
                    <a:pt x="55372" y="252474"/>
                    <a:pt x="48260" y="246632"/>
                    <a:pt x="41656" y="240156"/>
                  </a:cubicBezTo>
                  <a:cubicBezTo>
                    <a:pt x="35052" y="233679"/>
                    <a:pt x="29210" y="226567"/>
                    <a:pt x="24003" y="218947"/>
                  </a:cubicBezTo>
                  <a:cubicBezTo>
                    <a:pt x="18796" y="211327"/>
                    <a:pt x="14478" y="203199"/>
                    <a:pt x="10922" y="194690"/>
                  </a:cubicBezTo>
                  <a:cubicBezTo>
                    <a:pt x="7366" y="186181"/>
                    <a:pt x="4699" y="177418"/>
                    <a:pt x="2794" y="168274"/>
                  </a:cubicBezTo>
                  <a:cubicBezTo>
                    <a:pt x="889" y="159130"/>
                    <a:pt x="0" y="150113"/>
                    <a:pt x="0" y="140842"/>
                  </a:cubicBezTo>
                  <a:cubicBezTo>
                    <a:pt x="0" y="131571"/>
                    <a:pt x="889" y="122427"/>
                    <a:pt x="2667" y="113411"/>
                  </a:cubicBezTo>
                  <a:cubicBezTo>
                    <a:pt x="4445" y="104394"/>
                    <a:pt x="7112" y="95504"/>
                    <a:pt x="10541" y="86995"/>
                  </a:cubicBezTo>
                  <a:cubicBezTo>
                    <a:pt x="13970" y="78486"/>
                    <a:pt x="18415" y="70358"/>
                    <a:pt x="23495" y="62611"/>
                  </a:cubicBezTo>
                  <a:cubicBezTo>
                    <a:pt x="28575" y="54864"/>
                    <a:pt x="34417" y="47752"/>
                    <a:pt x="40894" y="41275"/>
                  </a:cubicBezTo>
                  <a:cubicBezTo>
                    <a:pt x="47371" y="34798"/>
                    <a:pt x="54483" y="28829"/>
                    <a:pt x="62230" y="23749"/>
                  </a:cubicBezTo>
                  <a:cubicBezTo>
                    <a:pt x="69977" y="18669"/>
                    <a:pt x="77978" y="14224"/>
                    <a:pt x="86487" y="10668"/>
                  </a:cubicBezTo>
                  <a:cubicBezTo>
                    <a:pt x="94996" y="7112"/>
                    <a:pt x="103759" y="4445"/>
                    <a:pt x="112903" y="2667"/>
                  </a:cubicBezTo>
                  <a:cubicBezTo>
                    <a:pt x="122047" y="889"/>
                    <a:pt x="131064" y="0"/>
                    <a:pt x="140335" y="0"/>
                  </a:cubicBezTo>
                  <a:cubicBezTo>
                    <a:pt x="149606" y="0"/>
                    <a:pt x="158623" y="762"/>
                    <a:pt x="167640" y="2540"/>
                  </a:cubicBezTo>
                  <a:cubicBezTo>
                    <a:pt x="176657" y="4318"/>
                    <a:pt x="185420" y="6858"/>
                    <a:pt x="193929" y="10414"/>
                  </a:cubicBezTo>
                  <a:cubicBezTo>
                    <a:pt x="202438" y="13970"/>
                    <a:pt x="210439" y="18161"/>
                    <a:pt x="218186" y="23241"/>
                  </a:cubicBezTo>
                  <a:cubicBezTo>
                    <a:pt x="225933" y="28321"/>
                    <a:pt x="232918" y="34036"/>
                    <a:pt x="239395" y="40513"/>
                  </a:cubicBezTo>
                  <a:cubicBezTo>
                    <a:pt x="245872" y="46990"/>
                    <a:pt x="251714" y="53975"/>
                    <a:pt x="256921" y="61595"/>
                  </a:cubicBezTo>
                  <a:cubicBezTo>
                    <a:pt x="262128" y="69215"/>
                    <a:pt x="266446" y="77216"/>
                    <a:pt x="270002" y="85725"/>
                  </a:cubicBezTo>
                  <a:cubicBezTo>
                    <a:pt x="273558" y="94234"/>
                    <a:pt x="276225" y="102870"/>
                    <a:pt x="278130" y="111887"/>
                  </a:cubicBezTo>
                  <a:cubicBezTo>
                    <a:pt x="280035" y="120903"/>
                    <a:pt x="280924" y="129920"/>
                    <a:pt x="280924" y="139191"/>
                  </a:cubicBezTo>
                  <a:close/>
                </a:path>
              </a:pathLst>
            </a:custGeom>
            <a:solidFill>
              <a:srgbClr val="0F4662"/>
            </a:solidFill>
          </p:spPr>
        </p:sp>
        <p:sp>
          <p:nvSpPr>
            <p:cNvPr name="Freeform 14" id="14"/>
            <p:cNvSpPr/>
            <p:nvPr/>
          </p:nvSpPr>
          <p:spPr>
            <a:xfrm flipH="false" flipV="false" rot="0">
              <a:off x="950214" y="77088"/>
              <a:ext cx="280924" cy="280807"/>
            </a:xfrm>
            <a:custGeom>
              <a:avLst/>
              <a:gdLst/>
              <a:ahLst/>
              <a:cxnLst/>
              <a:rect r="r" b="b" t="t" l="l"/>
              <a:pathLst>
                <a:path h="280807" w="280924">
                  <a:moveTo>
                    <a:pt x="280798" y="139064"/>
                  </a:moveTo>
                  <a:cubicBezTo>
                    <a:pt x="280925" y="148335"/>
                    <a:pt x="280036" y="157479"/>
                    <a:pt x="278385" y="166496"/>
                  </a:cubicBezTo>
                  <a:cubicBezTo>
                    <a:pt x="276734" y="175513"/>
                    <a:pt x="274067" y="184403"/>
                    <a:pt x="270638" y="192912"/>
                  </a:cubicBezTo>
                  <a:cubicBezTo>
                    <a:pt x="267209" y="201421"/>
                    <a:pt x="262891" y="209676"/>
                    <a:pt x="257811" y="217296"/>
                  </a:cubicBezTo>
                  <a:cubicBezTo>
                    <a:pt x="252731" y="224916"/>
                    <a:pt x="247016" y="232155"/>
                    <a:pt x="240539" y="238759"/>
                  </a:cubicBezTo>
                  <a:cubicBezTo>
                    <a:pt x="234062" y="245362"/>
                    <a:pt x="226950" y="251204"/>
                    <a:pt x="219330" y="256411"/>
                  </a:cubicBezTo>
                  <a:cubicBezTo>
                    <a:pt x="211710" y="261618"/>
                    <a:pt x="203582" y="265936"/>
                    <a:pt x="195073" y="269619"/>
                  </a:cubicBezTo>
                  <a:cubicBezTo>
                    <a:pt x="186564" y="273302"/>
                    <a:pt x="177800" y="275969"/>
                    <a:pt x="168783" y="277874"/>
                  </a:cubicBezTo>
                  <a:cubicBezTo>
                    <a:pt x="159767" y="279779"/>
                    <a:pt x="150622" y="280668"/>
                    <a:pt x="141351" y="280795"/>
                  </a:cubicBezTo>
                  <a:cubicBezTo>
                    <a:pt x="132080" y="280922"/>
                    <a:pt x="122936" y="280033"/>
                    <a:pt x="113919" y="278255"/>
                  </a:cubicBezTo>
                  <a:cubicBezTo>
                    <a:pt x="104903" y="276477"/>
                    <a:pt x="96012" y="273937"/>
                    <a:pt x="87503" y="270381"/>
                  </a:cubicBezTo>
                  <a:cubicBezTo>
                    <a:pt x="78994" y="266825"/>
                    <a:pt x="70867" y="262634"/>
                    <a:pt x="63119" y="257554"/>
                  </a:cubicBezTo>
                  <a:cubicBezTo>
                    <a:pt x="55372" y="252474"/>
                    <a:pt x="48261" y="246632"/>
                    <a:pt x="41656" y="240156"/>
                  </a:cubicBezTo>
                  <a:cubicBezTo>
                    <a:pt x="35053" y="233679"/>
                    <a:pt x="29211" y="226567"/>
                    <a:pt x="24003" y="218947"/>
                  </a:cubicBezTo>
                  <a:cubicBezTo>
                    <a:pt x="18797" y="211327"/>
                    <a:pt x="14478" y="203199"/>
                    <a:pt x="10922" y="194690"/>
                  </a:cubicBezTo>
                  <a:cubicBezTo>
                    <a:pt x="7367" y="186181"/>
                    <a:pt x="4700" y="177418"/>
                    <a:pt x="2794" y="168274"/>
                  </a:cubicBezTo>
                  <a:cubicBezTo>
                    <a:pt x="889" y="159130"/>
                    <a:pt x="0" y="150113"/>
                    <a:pt x="0" y="140842"/>
                  </a:cubicBezTo>
                  <a:cubicBezTo>
                    <a:pt x="0" y="131571"/>
                    <a:pt x="889" y="122427"/>
                    <a:pt x="2667" y="113411"/>
                  </a:cubicBezTo>
                  <a:cubicBezTo>
                    <a:pt x="4445" y="104394"/>
                    <a:pt x="7112" y="95504"/>
                    <a:pt x="10542" y="86995"/>
                  </a:cubicBezTo>
                  <a:cubicBezTo>
                    <a:pt x="13970" y="78486"/>
                    <a:pt x="18415" y="70358"/>
                    <a:pt x="23495" y="62611"/>
                  </a:cubicBezTo>
                  <a:cubicBezTo>
                    <a:pt x="28575" y="54864"/>
                    <a:pt x="34417" y="47752"/>
                    <a:pt x="40894" y="41275"/>
                  </a:cubicBezTo>
                  <a:cubicBezTo>
                    <a:pt x="47372" y="34798"/>
                    <a:pt x="54483" y="28829"/>
                    <a:pt x="62230" y="23749"/>
                  </a:cubicBezTo>
                  <a:cubicBezTo>
                    <a:pt x="69978" y="18669"/>
                    <a:pt x="77978" y="14224"/>
                    <a:pt x="86487" y="10668"/>
                  </a:cubicBezTo>
                  <a:cubicBezTo>
                    <a:pt x="94997" y="7112"/>
                    <a:pt x="103759" y="4445"/>
                    <a:pt x="112903" y="2667"/>
                  </a:cubicBezTo>
                  <a:cubicBezTo>
                    <a:pt x="122047" y="889"/>
                    <a:pt x="131064" y="0"/>
                    <a:pt x="140336" y="0"/>
                  </a:cubicBezTo>
                  <a:cubicBezTo>
                    <a:pt x="149606" y="0"/>
                    <a:pt x="158623" y="762"/>
                    <a:pt x="167640" y="2540"/>
                  </a:cubicBezTo>
                  <a:cubicBezTo>
                    <a:pt x="176658" y="4318"/>
                    <a:pt x="185420" y="6858"/>
                    <a:pt x="193930" y="10414"/>
                  </a:cubicBezTo>
                  <a:cubicBezTo>
                    <a:pt x="202439" y="13970"/>
                    <a:pt x="210440" y="18161"/>
                    <a:pt x="218187" y="23241"/>
                  </a:cubicBezTo>
                  <a:cubicBezTo>
                    <a:pt x="225934" y="28321"/>
                    <a:pt x="232919" y="34036"/>
                    <a:pt x="239396" y="40513"/>
                  </a:cubicBezTo>
                  <a:cubicBezTo>
                    <a:pt x="245873" y="46990"/>
                    <a:pt x="251715" y="53975"/>
                    <a:pt x="256922" y="61595"/>
                  </a:cubicBezTo>
                  <a:cubicBezTo>
                    <a:pt x="262129" y="69215"/>
                    <a:pt x="266447" y="77216"/>
                    <a:pt x="270003" y="85725"/>
                  </a:cubicBezTo>
                  <a:cubicBezTo>
                    <a:pt x="273559" y="94234"/>
                    <a:pt x="276226" y="102870"/>
                    <a:pt x="278131" y="111887"/>
                  </a:cubicBezTo>
                  <a:cubicBezTo>
                    <a:pt x="280036" y="120903"/>
                    <a:pt x="280925" y="129920"/>
                    <a:pt x="280925" y="139191"/>
                  </a:cubicBezTo>
                  <a:close/>
                </a:path>
              </a:pathLst>
            </a:custGeom>
            <a:solidFill>
              <a:srgbClr val="0F4662"/>
            </a:solidFill>
          </p:spPr>
        </p:sp>
        <p:sp>
          <p:nvSpPr>
            <p:cNvPr name="Freeform 15" id="15"/>
            <p:cNvSpPr/>
            <p:nvPr/>
          </p:nvSpPr>
          <p:spPr>
            <a:xfrm flipH="false" flipV="false" rot="0">
              <a:off x="1391159" y="77088"/>
              <a:ext cx="280924" cy="280807"/>
            </a:xfrm>
            <a:custGeom>
              <a:avLst/>
              <a:gdLst/>
              <a:ahLst/>
              <a:cxnLst/>
              <a:rect r="r" b="b" t="t" l="l"/>
              <a:pathLst>
                <a:path h="280807" w="280924">
                  <a:moveTo>
                    <a:pt x="280797" y="139064"/>
                  </a:moveTo>
                  <a:cubicBezTo>
                    <a:pt x="280924" y="148335"/>
                    <a:pt x="280035" y="157479"/>
                    <a:pt x="278384" y="166496"/>
                  </a:cubicBezTo>
                  <a:cubicBezTo>
                    <a:pt x="276733" y="175513"/>
                    <a:pt x="274066" y="184403"/>
                    <a:pt x="270637" y="192912"/>
                  </a:cubicBezTo>
                  <a:cubicBezTo>
                    <a:pt x="267208" y="201421"/>
                    <a:pt x="262890" y="209676"/>
                    <a:pt x="257810" y="217296"/>
                  </a:cubicBezTo>
                  <a:cubicBezTo>
                    <a:pt x="252730" y="224916"/>
                    <a:pt x="247015" y="232155"/>
                    <a:pt x="240538" y="238759"/>
                  </a:cubicBezTo>
                  <a:cubicBezTo>
                    <a:pt x="234061" y="245362"/>
                    <a:pt x="226949" y="251204"/>
                    <a:pt x="219329" y="256411"/>
                  </a:cubicBezTo>
                  <a:cubicBezTo>
                    <a:pt x="211709" y="261618"/>
                    <a:pt x="203581" y="265936"/>
                    <a:pt x="195072" y="269619"/>
                  </a:cubicBezTo>
                  <a:cubicBezTo>
                    <a:pt x="186563" y="273302"/>
                    <a:pt x="177800" y="275969"/>
                    <a:pt x="168783" y="277874"/>
                  </a:cubicBezTo>
                  <a:cubicBezTo>
                    <a:pt x="159766" y="279779"/>
                    <a:pt x="150622" y="280668"/>
                    <a:pt x="141351" y="280795"/>
                  </a:cubicBezTo>
                  <a:cubicBezTo>
                    <a:pt x="132080" y="280922"/>
                    <a:pt x="122936" y="280033"/>
                    <a:pt x="113919" y="278255"/>
                  </a:cubicBezTo>
                  <a:cubicBezTo>
                    <a:pt x="104902" y="276477"/>
                    <a:pt x="96012" y="273937"/>
                    <a:pt x="87503" y="270381"/>
                  </a:cubicBezTo>
                  <a:cubicBezTo>
                    <a:pt x="78994" y="266825"/>
                    <a:pt x="70866" y="262634"/>
                    <a:pt x="63119" y="257554"/>
                  </a:cubicBezTo>
                  <a:cubicBezTo>
                    <a:pt x="55372" y="252474"/>
                    <a:pt x="48260" y="246632"/>
                    <a:pt x="41656" y="240156"/>
                  </a:cubicBezTo>
                  <a:cubicBezTo>
                    <a:pt x="35052" y="233679"/>
                    <a:pt x="29210" y="226567"/>
                    <a:pt x="24003" y="218947"/>
                  </a:cubicBezTo>
                  <a:cubicBezTo>
                    <a:pt x="18796" y="211327"/>
                    <a:pt x="14478" y="203199"/>
                    <a:pt x="10922" y="194690"/>
                  </a:cubicBezTo>
                  <a:cubicBezTo>
                    <a:pt x="7366" y="186181"/>
                    <a:pt x="4699" y="177418"/>
                    <a:pt x="2794" y="168274"/>
                  </a:cubicBezTo>
                  <a:cubicBezTo>
                    <a:pt x="889" y="159130"/>
                    <a:pt x="0" y="150113"/>
                    <a:pt x="0" y="140842"/>
                  </a:cubicBezTo>
                  <a:cubicBezTo>
                    <a:pt x="0" y="131571"/>
                    <a:pt x="889" y="122427"/>
                    <a:pt x="2667" y="113411"/>
                  </a:cubicBezTo>
                  <a:cubicBezTo>
                    <a:pt x="4445" y="104394"/>
                    <a:pt x="7112" y="95504"/>
                    <a:pt x="10541" y="86995"/>
                  </a:cubicBezTo>
                  <a:cubicBezTo>
                    <a:pt x="13970" y="78486"/>
                    <a:pt x="18415" y="70358"/>
                    <a:pt x="23495" y="62611"/>
                  </a:cubicBezTo>
                  <a:cubicBezTo>
                    <a:pt x="28575" y="54864"/>
                    <a:pt x="34417" y="47752"/>
                    <a:pt x="40894" y="41275"/>
                  </a:cubicBezTo>
                  <a:cubicBezTo>
                    <a:pt x="47371" y="34798"/>
                    <a:pt x="54483" y="28829"/>
                    <a:pt x="62230" y="23749"/>
                  </a:cubicBezTo>
                  <a:cubicBezTo>
                    <a:pt x="69977" y="18669"/>
                    <a:pt x="77978" y="14224"/>
                    <a:pt x="86487" y="10668"/>
                  </a:cubicBezTo>
                  <a:cubicBezTo>
                    <a:pt x="94996" y="7112"/>
                    <a:pt x="103759" y="4445"/>
                    <a:pt x="112903" y="2667"/>
                  </a:cubicBezTo>
                  <a:cubicBezTo>
                    <a:pt x="122047" y="889"/>
                    <a:pt x="131064" y="0"/>
                    <a:pt x="140335" y="0"/>
                  </a:cubicBezTo>
                  <a:cubicBezTo>
                    <a:pt x="149606" y="0"/>
                    <a:pt x="158623" y="762"/>
                    <a:pt x="167640" y="2540"/>
                  </a:cubicBezTo>
                  <a:cubicBezTo>
                    <a:pt x="176657" y="4318"/>
                    <a:pt x="185420" y="6858"/>
                    <a:pt x="193929" y="10414"/>
                  </a:cubicBezTo>
                  <a:cubicBezTo>
                    <a:pt x="202438" y="13970"/>
                    <a:pt x="210439" y="18161"/>
                    <a:pt x="218186" y="23241"/>
                  </a:cubicBezTo>
                  <a:cubicBezTo>
                    <a:pt x="225933" y="28321"/>
                    <a:pt x="232918" y="34036"/>
                    <a:pt x="239395" y="40513"/>
                  </a:cubicBezTo>
                  <a:cubicBezTo>
                    <a:pt x="245872" y="46990"/>
                    <a:pt x="251714" y="53975"/>
                    <a:pt x="256921" y="61595"/>
                  </a:cubicBezTo>
                  <a:cubicBezTo>
                    <a:pt x="262128" y="69215"/>
                    <a:pt x="266446" y="77216"/>
                    <a:pt x="270002" y="85725"/>
                  </a:cubicBezTo>
                  <a:cubicBezTo>
                    <a:pt x="273558" y="94234"/>
                    <a:pt x="276225" y="102870"/>
                    <a:pt x="278130" y="111887"/>
                  </a:cubicBezTo>
                  <a:cubicBezTo>
                    <a:pt x="280035" y="120903"/>
                    <a:pt x="280924" y="129920"/>
                    <a:pt x="280924" y="139191"/>
                  </a:cubicBezTo>
                  <a:close/>
                </a:path>
              </a:pathLst>
            </a:custGeom>
            <a:solidFill>
              <a:srgbClr val="0F4662"/>
            </a:solidFill>
          </p:spPr>
        </p:sp>
        <p:sp>
          <p:nvSpPr>
            <p:cNvPr name="Freeform 16" id="16"/>
            <p:cNvSpPr/>
            <p:nvPr/>
          </p:nvSpPr>
          <p:spPr>
            <a:xfrm flipH="false" flipV="false" rot="0">
              <a:off x="1832103" y="77088"/>
              <a:ext cx="280924" cy="280807"/>
            </a:xfrm>
            <a:custGeom>
              <a:avLst/>
              <a:gdLst/>
              <a:ahLst/>
              <a:cxnLst/>
              <a:rect r="r" b="b" t="t" l="l"/>
              <a:pathLst>
                <a:path h="280807" w="280924">
                  <a:moveTo>
                    <a:pt x="280797" y="139064"/>
                  </a:moveTo>
                  <a:cubicBezTo>
                    <a:pt x="280924" y="148335"/>
                    <a:pt x="280035" y="157479"/>
                    <a:pt x="278384" y="166496"/>
                  </a:cubicBezTo>
                  <a:cubicBezTo>
                    <a:pt x="276733" y="175513"/>
                    <a:pt x="274066" y="184403"/>
                    <a:pt x="270637" y="192912"/>
                  </a:cubicBezTo>
                  <a:cubicBezTo>
                    <a:pt x="267208" y="201421"/>
                    <a:pt x="262890" y="209676"/>
                    <a:pt x="257810" y="217296"/>
                  </a:cubicBezTo>
                  <a:cubicBezTo>
                    <a:pt x="252730" y="224916"/>
                    <a:pt x="247015" y="232155"/>
                    <a:pt x="240538" y="238759"/>
                  </a:cubicBezTo>
                  <a:cubicBezTo>
                    <a:pt x="234061" y="245362"/>
                    <a:pt x="226949" y="251204"/>
                    <a:pt x="219329" y="256411"/>
                  </a:cubicBezTo>
                  <a:cubicBezTo>
                    <a:pt x="211709" y="261618"/>
                    <a:pt x="203581" y="265936"/>
                    <a:pt x="195072" y="269619"/>
                  </a:cubicBezTo>
                  <a:cubicBezTo>
                    <a:pt x="186563" y="273302"/>
                    <a:pt x="177800" y="275969"/>
                    <a:pt x="168783" y="277874"/>
                  </a:cubicBezTo>
                  <a:cubicBezTo>
                    <a:pt x="159766" y="279779"/>
                    <a:pt x="150622" y="280668"/>
                    <a:pt x="141351" y="280795"/>
                  </a:cubicBezTo>
                  <a:cubicBezTo>
                    <a:pt x="132080" y="280922"/>
                    <a:pt x="122936" y="280033"/>
                    <a:pt x="113919" y="278255"/>
                  </a:cubicBezTo>
                  <a:cubicBezTo>
                    <a:pt x="104902" y="276477"/>
                    <a:pt x="96012" y="273937"/>
                    <a:pt x="87503" y="270381"/>
                  </a:cubicBezTo>
                  <a:cubicBezTo>
                    <a:pt x="78994" y="266825"/>
                    <a:pt x="70866" y="262634"/>
                    <a:pt x="63119" y="257554"/>
                  </a:cubicBezTo>
                  <a:cubicBezTo>
                    <a:pt x="55372" y="252474"/>
                    <a:pt x="48260" y="246632"/>
                    <a:pt x="41656" y="240156"/>
                  </a:cubicBezTo>
                  <a:cubicBezTo>
                    <a:pt x="35052" y="233679"/>
                    <a:pt x="29210" y="226567"/>
                    <a:pt x="24003" y="218947"/>
                  </a:cubicBezTo>
                  <a:cubicBezTo>
                    <a:pt x="18796" y="211327"/>
                    <a:pt x="14478" y="203199"/>
                    <a:pt x="10922" y="194690"/>
                  </a:cubicBezTo>
                  <a:cubicBezTo>
                    <a:pt x="7366" y="186181"/>
                    <a:pt x="4699" y="177418"/>
                    <a:pt x="2794" y="168274"/>
                  </a:cubicBezTo>
                  <a:cubicBezTo>
                    <a:pt x="889" y="159130"/>
                    <a:pt x="0" y="150113"/>
                    <a:pt x="0" y="140842"/>
                  </a:cubicBezTo>
                  <a:cubicBezTo>
                    <a:pt x="0" y="131571"/>
                    <a:pt x="889" y="122427"/>
                    <a:pt x="2667" y="113411"/>
                  </a:cubicBezTo>
                  <a:cubicBezTo>
                    <a:pt x="4445" y="104394"/>
                    <a:pt x="7112" y="95504"/>
                    <a:pt x="10541" y="86995"/>
                  </a:cubicBezTo>
                  <a:cubicBezTo>
                    <a:pt x="13970" y="78486"/>
                    <a:pt x="18415" y="70358"/>
                    <a:pt x="23495" y="62611"/>
                  </a:cubicBezTo>
                  <a:cubicBezTo>
                    <a:pt x="28575" y="54864"/>
                    <a:pt x="34417" y="47752"/>
                    <a:pt x="40894" y="41275"/>
                  </a:cubicBezTo>
                  <a:cubicBezTo>
                    <a:pt x="47371" y="34798"/>
                    <a:pt x="54483" y="28829"/>
                    <a:pt x="62230" y="23749"/>
                  </a:cubicBezTo>
                  <a:cubicBezTo>
                    <a:pt x="69977" y="18669"/>
                    <a:pt x="77978" y="14224"/>
                    <a:pt x="86487" y="10668"/>
                  </a:cubicBezTo>
                  <a:cubicBezTo>
                    <a:pt x="94996" y="7112"/>
                    <a:pt x="103759" y="4445"/>
                    <a:pt x="112903" y="2667"/>
                  </a:cubicBezTo>
                  <a:cubicBezTo>
                    <a:pt x="122047" y="889"/>
                    <a:pt x="131064" y="0"/>
                    <a:pt x="140335" y="0"/>
                  </a:cubicBezTo>
                  <a:cubicBezTo>
                    <a:pt x="149606" y="0"/>
                    <a:pt x="158623" y="762"/>
                    <a:pt x="167640" y="2540"/>
                  </a:cubicBezTo>
                  <a:cubicBezTo>
                    <a:pt x="176657" y="4318"/>
                    <a:pt x="185420" y="6858"/>
                    <a:pt x="193929" y="10414"/>
                  </a:cubicBezTo>
                  <a:cubicBezTo>
                    <a:pt x="202438" y="13970"/>
                    <a:pt x="210439" y="18161"/>
                    <a:pt x="218186" y="23241"/>
                  </a:cubicBezTo>
                  <a:cubicBezTo>
                    <a:pt x="225933" y="28321"/>
                    <a:pt x="232918" y="34036"/>
                    <a:pt x="239395" y="40513"/>
                  </a:cubicBezTo>
                  <a:cubicBezTo>
                    <a:pt x="245872" y="46990"/>
                    <a:pt x="251714" y="53975"/>
                    <a:pt x="256921" y="61595"/>
                  </a:cubicBezTo>
                  <a:cubicBezTo>
                    <a:pt x="262128" y="69215"/>
                    <a:pt x="266446" y="77216"/>
                    <a:pt x="270002" y="85725"/>
                  </a:cubicBezTo>
                  <a:cubicBezTo>
                    <a:pt x="273558" y="94234"/>
                    <a:pt x="276225" y="102870"/>
                    <a:pt x="278130" y="111887"/>
                  </a:cubicBezTo>
                  <a:cubicBezTo>
                    <a:pt x="280035" y="120903"/>
                    <a:pt x="280924" y="129920"/>
                    <a:pt x="280924" y="139191"/>
                  </a:cubicBezTo>
                  <a:close/>
                </a:path>
              </a:pathLst>
            </a:custGeom>
            <a:solidFill>
              <a:srgbClr val="0F4662"/>
            </a:solidFill>
          </p:spPr>
        </p:sp>
        <p:sp>
          <p:nvSpPr>
            <p:cNvPr name="Freeform 17" id="17"/>
            <p:cNvSpPr/>
            <p:nvPr/>
          </p:nvSpPr>
          <p:spPr>
            <a:xfrm flipH="false" flipV="false" rot="0">
              <a:off x="63500" y="63500"/>
              <a:ext cx="2054099" cy="305560"/>
            </a:xfrm>
            <a:custGeom>
              <a:avLst/>
              <a:gdLst/>
              <a:ahLst/>
              <a:cxnLst/>
              <a:rect r="r" b="b" t="t" l="l"/>
              <a:pathLst>
                <a:path h="305560" w="2054099">
                  <a:moveTo>
                    <a:pt x="0" y="305559"/>
                  </a:moveTo>
                  <a:lnTo>
                    <a:pt x="2054099" y="305559"/>
                  </a:lnTo>
                  <a:lnTo>
                    <a:pt x="2054099" y="0"/>
                  </a:lnTo>
                  <a:lnTo>
                    <a:pt x="0" y="0"/>
                  </a:lnTo>
                  <a:close/>
                </a:path>
              </a:pathLst>
            </a:custGeom>
            <a:solidFill>
              <a:srgbClr val="000000">
                <a:alpha val="0"/>
              </a:srgbClr>
            </a:solidFill>
          </p:spPr>
        </p:sp>
      </p:grpSp>
      <p:sp>
        <p:nvSpPr>
          <p:cNvPr name="Freeform 18" id="18"/>
          <p:cNvSpPr/>
          <p:nvPr/>
        </p:nvSpPr>
        <p:spPr>
          <a:xfrm flipH="false" flipV="false" rot="0">
            <a:off x="15821825" y="-66551"/>
            <a:ext cx="2532726" cy="10420093"/>
          </a:xfrm>
          <a:custGeom>
            <a:avLst/>
            <a:gdLst/>
            <a:ahLst/>
            <a:cxnLst/>
            <a:rect r="r" b="b" t="t" l="l"/>
            <a:pathLst>
              <a:path h="10420093" w="2532726">
                <a:moveTo>
                  <a:pt x="0" y="0"/>
                </a:moveTo>
                <a:lnTo>
                  <a:pt x="2532726" y="0"/>
                </a:lnTo>
                <a:lnTo>
                  <a:pt x="2532726" y="10420093"/>
                </a:lnTo>
                <a:lnTo>
                  <a:pt x="0" y="1042009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9" id="19"/>
          <p:cNvSpPr txBox="true"/>
          <p:nvPr/>
        </p:nvSpPr>
        <p:spPr>
          <a:xfrm rot="0">
            <a:off x="1334700" y="635641"/>
            <a:ext cx="257985" cy="316887"/>
          </a:xfrm>
          <a:prstGeom prst="rect">
            <a:avLst/>
          </a:prstGeom>
        </p:spPr>
        <p:txBody>
          <a:bodyPr anchor="t" rtlCol="false" tIns="0" lIns="0" bIns="0" rIns="0">
            <a:spAutoFit/>
          </a:bodyPr>
          <a:lstStyle/>
          <a:p>
            <a:pPr algn="l">
              <a:lnSpc>
                <a:spcPts val="1753"/>
              </a:lnSpc>
            </a:pPr>
            <a:r>
              <a:rPr lang="en-US" sz="3506">
                <a:solidFill>
                  <a:srgbClr val="FFFFFF"/>
                </a:solidFill>
                <a:latin typeface="IBM Plex Sans"/>
                <a:ea typeface="IBM Plex Sans"/>
                <a:cs typeface="IBM Plex Sans"/>
                <a:sym typeface="IBM Plex Sans"/>
              </a:rPr>
              <a:t>u</a:t>
            </a:r>
          </a:p>
        </p:txBody>
      </p:sp>
      <p:sp>
        <p:nvSpPr>
          <p:cNvPr name="TextBox 20" id="20"/>
          <p:cNvSpPr txBox="true"/>
          <p:nvPr/>
        </p:nvSpPr>
        <p:spPr>
          <a:xfrm rot="0">
            <a:off x="1820856" y="845191"/>
            <a:ext cx="5825966" cy="530838"/>
          </a:xfrm>
          <a:prstGeom prst="rect">
            <a:avLst/>
          </a:prstGeom>
        </p:spPr>
        <p:txBody>
          <a:bodyPr anchor="t" rtlCol="false" tIns="0" lIns="0" bIns="0" rIns="0">
            <a:spAutoFit/>
          </a:bodyPr>
          <a:lstStyle/>
          <a:p>
            <a:pPr algn="l">
              <a:lnSpc>
                <a:spcPts val="3199"/>
              </a:lnSpc>
            </a:pPr>
            <a:r>
              <a:rPr lang="en-US" b="true" sz="6399" i="true">
                <a:solidFill>
                  <a:srgbClr val="000000"/>
                </a:solidFill>
                <a:latin typeface="Cormorant Garamond Bold Italics"/>
                <a:ea typeface="Cormorant Garamond Bold Italics"/>
                <a:cs typeface="Cormorant Garamond Bold Italics"/>
                <a:sym typeface="Cormorant Garamond Bold Italics"/>
              </a:rPr>
              <a:t>Problem Statement</a:t>
            </a:r>
            <a:r>
              <a:rPr lang="en-US" b="true" sz="6399" i="true">
                <a:solidFill>
                  <a:srgbClr val="000000"/>
                </a:solidFill>
                <a:latin typeface="Cormorant Garamond Bold Italics"/>
                <a:ea typeface="Cormorant Garamond Bold Italics"/>
                <a:cs typeface="Cormorant Garamond Bold Italics"/>
                <a:sym typeface="Cormorant Garamond Bold Italics"/>
              </a:rPr>
              <a:t>:</a:t>
            </a:r>
          </a:p>
        </p:txBody>
      </p:sp>
      <p:sp>
        <p:nvSpPr>
          <p:cNvPr name="TextBox 21" id="21"/>
          <p:cNvSpPr txBox="true"/>
          <p:nvPr/>
        </p:nvSpPr>
        <p:spPr>
          <a:xfrm rot="0">
            <a:off x="1820856" y="3559893"/>
            <a:ext cx="16566518" cy="3235671"/>
          </a:xfrm>
          <a:prstGeom prst="rect">
            <a:avLst/>
          </a:prstGeom>
        </p:spPr>
        <p:txBody>
          <a:bodyPr anchor="t" rtlCol="false" tIns="0" lIns="0" bIns="0" rIns="0">
            <a:spAutoFit/>
          </a:bodyPr>
          <a:lstStyle/>
          <a:p>
            <a:pPr algn="ctr">
              <a:lnSpc>
                <a:spcPts val="4225"/>
              </a:lnSpc>
            </a:pPr>
            <a:r>
              <a:rPr lang="en-US" sz="3557" spc="14">
                <a:solidFill>
                  <a:srgbClr val="000000"/>
                </a:solidFill>
                <a:latin typeface="IBM Plex Sans"/>
                <a:ea typeface="IBM Plex Sans"/>
                <a:cs typeface="IBM Plex Sans"/>
                <a:sym typeface="IBM Plex Sans"/>
              </a:rPr>
              <a:t>The current ETL QA process is largely manual, requiring analysts to cases and SQL queries, execute them against databases, and capture results as proof. This approach is time-consuming, error prone and limits test coverage. There is a need for an automated Data Validation Agent that can interpret business rules in natural language, perform end-to-end ETL validation, and generate detailed, auditable test results with minimal manual effort.</a:t>
            </a:r>
          </a:p>
        </p:txBody>
      </p:sp>
      <p:sp>
        <p:nvSpPr>
          <p:cNvPr name="TextBox 22" id="22"/>
          <p:cNvSpPr txBox="true"/>
          <p:nvPr/>
        </p:nvSpPr>
        <p:spPr>
          <a:xfrm rot="0">
            <a:off x="16124701" y="3559893"/>
            <a:ext cx="1980219" cy="553393"/>
          </a:xfrm>
          <a:prstGeom prst="rect">
            <a:avLst/>
          </a:prstGeom>
        </p:spPr>
        <p:txBody>
          <a:bodyPr anchor="t" rtlCol="false" tIns="0" lIns="0" bIns="0" rIns="0">
            <a:spAutoFit/>
          </a:bodyPr>
          <a:lstStyle/>
          <a:p>
            <a:pPr algn="r">
              <a:lnSpc>
                <a:spcPts val="4225"/>
              </a:lnSpc>
            </a:pPr>
            <a:r>
              <a:rPr lang="en-US" sz="3557" spc="14">
                <a:solidFill>
                  <a:srgbClr val="000000"/>
                </a:solidFill>
                <a:latin typeface="IBM Plex Sans"/>
                <a:ea typeface="IBM Plex Sans"/>
                <a:cs typeface="IBM Plex Sans"/>
                <a:sym typeface="IBM Plex Sans"/>
              </a:rPr>
              <a:t>write test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65953" y="466182"/>
            <a:ext cx="17573625" cy="9458325"/>
            <a:chOff x="0" y="0"/>
            <a:chExt cx="23431500" cy="12611100"/>
          </a:xfrm>
        </p:grpSpPr>
        <p:sp>
          <p:nvSpPr>
            <p:cNvPr name="Freeform 3" id="3"/>
            <p:cNvSpPr/>
            <p:nvPr/>
          </p:nvSpPr>
          <p:spPr>
            <a:xfrm flipH="false" flipV="false" rot="0">
              <a:off x="0" y="0"/>
              <a:ext cx="23431500" cy="12611100"/>
            </a:xfrm>
            <a:custGeom>
              <a:avLst/>
              <a:gdLst/>
              <a:ahLst/>
              <a:cxnLst/>
              <a:rect r="r" b="b" t="t" l="l"/>
              <a:pathLst>
                <a:path h="12611100" w="23431500">
                  <a:moveTo>
                    <a:pt x="0" y="0"/>
                  </a:moveTo>
                  <a:lnTo>
                    <a:pt x="23431500" y="0"/>
                  </a:lnTo>
                  <a:lnTo>
                    <a:pt x="23431500" y="12611100"/>
                  </a:lnTo>
                  <a:lnTo>
                    <a:pt x="0" y="12611100"/>
                  </a:lnTo>
                  <a:lnTo>
                    <a:pt x="0" y="0"/>
                  </a:lnTo>
                  <a:close/>
                </a:path>
              </a:pathLst>
            </a:custGeom>
            <a:blipFill>
              <a:blip r:embed="rId2"/>
              <a:stretch>
                <a:fillRect l="0" t="-230" r="-3794" b="-9034"/>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017264" y="8334404"/>
            <a:ext cx="8065075" cy="222247"/>
          </a:xfrm>
          <a:custGeom>
            <a:avLst/>
            <a:gdLst/>
            <a:ahLst/>
            <a:cxnLst/>
            <a:rect r="r" b="b" t="t" l="l"/>
            <a:pathLst>
              <a:path h="222247" w="8065075">
                <a:moveTo>
                  <a:pt x="0" y="0"/>
                </a:moveTo>
                <a:lnTo>
                  <a:pt x="8065075" y="0"/>
                </a:lnTo>
                <a:lnTo>
                  <a:pt x="8065075" y="222246"/>
                </a:lnTo>
                <a:lnTo>
                  <a:pt x="0" y="2222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084396" y="2113883"/>
            <a:ext cx="8065075" cy="222247"/>
          </a:xfrm>
          <a:custGeom>
            <a:avLst/>
            <a:gdLst/>
            <a:ahLst/>
            <a:cxnLst/>
            <a:rect r="r" b="b" t="t" l="l"/>
            <a:pathLst>
              <a:path h="222247" w="8065075">
                <a:moveTo>
                  <a:pt x="0" y="0"/>
                </a:moveTo>
                <a:lnTo>
                  <a:pt x="8065075" y="0"/>
                </a:lnTo>
                <a:lnTo>
                  <a:pt x="8065075" y="222247"/>
                </a:lnTo>
                <a:lnTo>
                  <a:pt x="0" y="222247"/>
                </a:lnTo>
                <a:lnTo>
                  <a:pt x="0" y="0"/>
                </a:lnTo>
                <a:close/>
              </a:path>
            </a:pathLst>
          </a:custGeom>
          <a:blipFill>
            <a:blip r:embed="rId2">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6959232" y="8731872"/>
            <a:ext cx="2181139" cy="432549"/>
            <a:chOff x="0" y="0"/>
            <a:chExt cx="2181136" cy="432549"/>
          </a:xfrm>
        </p:grpSpPr>
        <p:sp>
          <p:nvSpPr>
            <p:cNvPr name="Freeform 5" id="5"/>
            <p:cNvSpPr/>
            <p:nvPr/>
          </p:nvSpPr>
          <p:spPr>
            <a:xfrm flipH="false" flipV="false" rot="0">
              <a:off x="67945" y="74537"/>
              <a:ext cx="281051" cy="280807"/>
            </a:xfrm>
            <a:custGeom>
              <a:avLst/>
              <a:gdLst/>
              <a:ahLst/>
              <a:cxnLst/>
              <a:rect r="r" b="b" t="t" l="l"/>
              <a:pathLst>
                <a:path h="280807" w="281051">
                  <a:moveTo>
                    <a:pt x="254" y="141615"/>
                  </a:moveTo>
                  <a:cubicBezTo>
                    <a:pt x="127" y="132344"/>
                    <a:pt x="1016" y="123201"/>
                    <a:pt x="2667" y="114184"/>
                  </a:cubicBezTo>
                  <a:cubicBezTo>
                    <a:pt x="4318" y="105167"/>
                    <a:pt x="6985" y="96277"/>
                    <a:pt x="10414" y="87768"/>
                  </a:cubicBezTo>
                  <a:cubicBezTo>
                    <a:pt x="13843" y="79259"/>
                    <a:pt x="18161" y="71004"/>
                    <a:pt x="23241" y="63384"/>
                  </a:cubicBezTo>
                  <a:cubicBezTo>
                    <a:pt x="28321" y="55764"/>
                    <a:pt x="34036" y="48525"/>
                    <a:pt x="40513" y="41921"/>
                  </a:cubicBezTo>
                  <a:cubicBezTo>
                    <a:pt x="46990" y="35317"/>
                    <a:pt x="54102" y="29475"/>
                    <a:pt x="61722" y="24268"/>
                  </a:cubicBezTo>
                  <a:cubicBezTo>
                    <a:pt x="69342" y="19061"/>
                    <a:pt x="77470" y="14743"/>
                    <a:pt x="85979" y="11060"/>
                  </a:cubicBezTo>
                  <a:cubicBezTo>
                    <a:pt x="94488" y="7377"/>
                    <a:pt x="103251" y="4710"/>
                    <a:pt x="112268" y="2932"/>
                  </a:cubicBezTo>
                  <a:cubicBezTo>
                    <a:pt x="121285" y="1154"/>
                    <a:pt x="130429" y="138"/>
                    <a:pt x="139700" y="11"/>
                  </a:cubicBezTo>
                  <a:cubicBezTo>
                    <a:pt x="148971" y="-116"/>
                    <a:pt x="158115" y="773"/>
                    <a:pt x="167132" y="2551"/>
                  </a:cubicBezTo>
                  <a:cubicBezTo>
                    <a:pt x="176149" y="4329"/>
                    <a:pt x="185039" y="6869"/>
                    <a:pt x="193548" y="10425"/>
                  </a:cubicBezTo>
                  <a:cubicBezTo>
                    <a:pt x="202057" y="13981"/>
                    <a:pt x="210185" y="18172"/>
                    <a:pt x="217932" y="23252"/>
                  </a:cubicBezTo>
                  <a:cubicBezTo>
                    <a:pt x="225679" y="28332"/>
                    <a:pt x="232791" y="34174"/>
                    <a:pt x="239395" y="40651"/>
                  </a:cubicBezTo>
                  <a:cubicBezTo>
                    <a:pt x="245999" y="47128"/>
                    <a:pt x="251841" y="54240"/>
                    <a:pt x="257048" y="61860"/>
                  </a:cubicBezTo>
                  <a:cubicBezTo>
                    <a:pt x="262255" y="69480"/>
                    <a:pt x="266573" y="77608"/>
                    <a:pt x="270129" y="86117"/>
                  </a:cubicBezTo>
                  <a:cubicBezTo>
                    <a:pt x="273685" y="94626"/>
                    <a:pt x="276352" y="103389"/>
                    <a:pt x="278257" y="112533"/>
                  </a:cubicBezTo>
                  <a:cubicBezTo>
                    <a:pt x="280162" y="121677"/>
                    <a:pt x="281051" y="130693"/>
                    <a:pt x="281051" y="139964"/>
                  </a:cubicBezTo>
                  <a:cubicBezTo>
                    <a:pt x="281051" y="149235"/>
                    <a:pt x="280162" y="158379"/>
                    <a:pt x="278384" y="167396"/>
                  </a:cubicBezTo>
                  <a:cubicBezTo>
                    <a:pt x="276606" y="176413"/>
                    <a:pt x="273939" y="185303"/>
                    <a:pt x="270383" y="193812"/>
                  </a:cubicBezTo>
                  <a:cubicBezTo>
                    <a:pt x="266827" y="202321"/>
                    <a:pt x="262509" y="210449"/>
                    <a:pt x="257429" y="218196"/>
                  </a:cubicBezTo>
                  <a:cubicBezTo>
                    <a:pt x="252349" y="225943"/>
                    <a:pt x="246507" y="233055"/>
                    <a:pt x="240030" y="239532"/>
                  </a:cubicBezTo>
                  <a:cubicBezTo>
                    <a:pt x="233553" y="246009"/>
                    <a:pt x="226441" y="251978"/>
                    <a:pt x="218694" y="257058"/>
                  </a:cubicBezTo>
                  <a:cubicBezTo>
                    <a:pt x="210947" y="262137"/>
                    <a:pt x="202946" y="266582"/>
                    <a:pt x="194437" y="270138"/>
                  </a:cubicBezTo>
                  <a:cubicBezTo>
                    <a:pt x="185928" y="273694"/>
                    <a:pt x="177165" y="276361"/>
                    <a:pt x="168021" y="278139"/>
                  </a:cubicBezTo>
                  <a:cubicBezTo>
                    <a:pt x="158877" y="279917"/>
                    <a:pt x="149860" y="280806"/>
                    <a:pt x="140589" y="280806"/>
                  </a:cubicBezTo>
                  <a:cubicBezTo>
                    <a:pt x="131318" y="280806"/>
                    <a:pt x="122301" y="280044"/>
                    <a:pt x="113284" y="278266"/>
                  </a:cubicBezTo>
                  <a:cubicBezTo>
                    <a:pt x="104267" y="276488"/>
                    <a:pt x="95504" y="273948"/>
                    <a:pt x="86995" y="270392"/>
                  </a:cubicBezTo>
                  <a:cubicBezTo>
                    <a:pt x="78486" y="266836"/>
                    <a:pt x="70485" y="262645"/>
                    <a:pt x="62738" y="257565"/>
                  </a:cubicBezTo>
                  <a:cubicBezTo>
                    <a:pt x="54991" y="252486"/>
                    <a:pt x="48006" y="246771"/>
                    <a:pt x="41529" y="240294"/>
                  </a:cubicBezTo>
                  <a:cubicBezTo>
                    <a:pt x="35052" y="233817"/>
                    <a:pt x="29210" y="226832"/>
                    <a:pt x="24003" y="219212"/>
                  </a:cubicBezTo>
                  <a:cubicBezTo>
                    <a:pt x="18796" y="211592"/>
                    <a:pt x="14478" y="203591"/>
                    <a:pt x="10922" y="195082"/>
                  </a:cubicBezTo>
                  <a:cubicBezTo>
                    <a:pt x="7366" y="186573"/>
                    <a:pt x="4699" y="177937"/>
                    <a:pt x="2794" y="168920"/>
                  </a:cubicBezTo>
                  <a:cubicBezTo>
                    <a:pt x="889" y="159903"/>
                    <a:pt x="0" y="150886"/>
                    <a:pt x="0" y="141615"/>
                  </a:cubicBezTo>
                </a:path>
              </a:pathLst>
            </a:custGeom>
            <a:solidFill>
              <a:srgbClr val="0F4662"/>
            </a:solidFill>
          </p:spPr>
        </p:sp>
        <p:sp>
          <p:nvSpPr>
            <p:cNvPr name="Freeform 6" id="6"/>
            <p:cNvSpPr/>
            <p:nvPr/>
          </p:nvSpPr>
          <p:spPr>
            <a:xfrm flipH="false" flipV="false" rot="0">
              <a:off x="509016" y="77088"/>
              <a:ext cx="280924" cy="280807"/>
            </a:xfrm>
            <a:custGeom>
              <a:avLst/>
              <a:gdLst/>
              <a:ahLst/>
              <a:cxnLst/>
              <a:rect r="r" b="b" t="t" l="l"/>
              <a:pathLst>
                <a:path h="280807" w="280924">
                  <a:moveTo>
                    <a:pt x="280797" y="139064"/>
                  </a:moveTo>
                  <a:cubicBezTo>
                    <a:pt x="280924" y="148335"/>
                    <a:pt x="280035" y="157479"/>
                    <a:pt x="278384" y="166496"/>
                  </a:cubicBezTo>
                  <a:cubicBezTo>
                    <a:pt x="276733" y="175513"/>
                    <a:pt x="274066" y="184403"/>
                    <a:pt x="270637" y="192912"/>
                  </a:cubicBezTo>
                  <a:cubicBezTo>
                    <a:pt x="267208" y="201421"/>
                    <a:pt x="262890" y="209676"/>
                    <a:pt x="257810" y="217296"/>
                  </a:cubicBezTo>
                  <a:cubicBezTo>
                    <a:pt x="252730" y="224916"/>
                    <a:pt x="247015" y="232155"/>
                    <a:pt x="240538" y="238759"/>
                  </a:cubicBezTo>
                  <a:cubicBezTo>
                    <a:pt x="234061" y="245363"/>
                    <a:pt x="226949" y="251205"/>
                    <a:pt x="219329" y="256411"/>
                  </a:cubicBezTo>
                  <a:cubicBezTo>
                    <a:pt x="211709" y="261618"/>
                    <a:pt x="203581" y="265936"/>
                    <a:pt x="195072" y="269619"/>
                  </a:cubicBezTo>
                  <a:cubicBezTo>
                    <a:pt x="186563" y="273302"/>
                    <a:pt x="177800" y="275969"/>
                    <a:pt x="168783" y="277874"/>
                  </a:cubicBezTo>
                  <a:cubicBezTo>
                    <a:pt x="159766" y="279779"/>
                    <a:pt x="150622" y="280668"/>
                    <a:pt x="141351" y="280795"/>
                  </a:cubicBezTo>
                  <a:cubicBezTo>
                    <a:pt x="132080" y="280922"/>
                    <a:pt x="122936" y="280033"/>
                    <a:pt x="113919" y="278255"/>
                  </a:cubicBezTo>
                  <a:cubicBezTo>
                    <a:pt x="104902" y="276477"/>
                    <a:pt x="96012" y="273937"/>
                    <a:pt x="87503" y="270381"/>
                  </a:cubicBezTo>
                  <a:cubicBezTo>
                    <a:pt x="78994" y="266825"/>
                    <a:pt x="70866" y="262634"/>
                    <a:pt x="63119" y="257554"/>
                  </a:cubicBezTo>
                  <a:cubicBezTo>
                    <a:pt x="55372" y="252475"/>
                    <a:pt x="48260" y="246633"/>
                    <a:pt x="41656" y="240156"/>
                  </a:cubicBezTo>
                  <a:cubicBezTo>
                    <a:pt x="35052" y="233679"/>
                    <a:pt x="29210" y="226567"/>
                    <a:pt x="24003" y="218947"/>
                  </a:cubicBezTo>
                  <a:cubicBezTo>
                    <a:pt x="18796" y="211327"/>
                    <a:pt x="14478" y="203199"/>
                    <a:pt x="10922" y="194690"/>
                  </a:cubicBezTo>
                  <a:cubicBezTo>
                    <a:pt x="7366" y="186181"/>
                    <a:pt x="4699" y="177418"/>
                    <a:pt x="2794" y="168274"/>
                  </a:cubicBezTo>
                  <a:cubicBezTo>
                    <a:pt x="889" y="159130"/>
                    <a:pt x="0" y="150113"/>
                    <a:pt x="0" y="140842"/>
                  </a:cubicBezTo>
                  <a:cubicBezTo>
                    <a:pt x="0" y="131571"/>
                    <a:pt x="889" y="122427"/>
                    <a:pt x="2667" y="113411"/>
                  </a:cubicBezTo>
                  <a:cubicBezTo>
                    <a:pt x="4445" y="104394"/>
                    <a:pt x="7112" y="95504"/>
                    <a:pt x="10541" y="86995"/>
                  </a:cubicBezTo>
                  <a:cubicBezTo>
                    <a:pt x="13970" y="78486"/>
                    <a:pt x="18415" y="70358"/>
                    <a:pt x="23495" y="62611"/>
                  </a:cubicBezTo>
                  <a:cubicBezTo>
                    <a:pt x="28575" y="54864"/>
                    <a:pt x="34417" y="47752"/>
                    <a:pt x="40894" y="41275"/>
                  </a:cubicBezTo>
                  <a:cubicBezTo>
                    <a:pt x="47371" y="34798"/>
                    <a:pt x="54483" y="28829"/>
                    <a:pt x="62230" y="23749"/>
                  </a:cubicBezTo>
                  <a:cubicBezTo>
                    <a:pt x="69977" y="18669"/>
                    <a:pt x="77978" y="14224"/>
                    <a:pt x="86487" y="10668"/>
                  </a:cubicBezTo>
                  <a:cubicBezTo>
                    <a:pt x="94996" y="7112"/>
                    <a:pt x="103759" y="4445"/>
                    <a:pt x="112903" y="2667"/>
                  </a:cubicBezTo>
                  <a:cubicBezTo>
                    <a:pt x="122047" y="889"/>
                    <a:pt x="131064" y="0"/>
                    <a:pt x="140335" y="0"/>
                  </a:cubicBezTo>
                  <a:cubicBezTo>
                    <a:pt x="149606" y="0"/>
                    <a:pt x="158623" y="762"/>
                    <a:pt x="167640" y="2540"/>
                  </a:cubicBezTo>
                  <a:cubicBezTo>
                    <a:pt x="176657" y="4318"/>
                    <a:pt x="185420" y="6858"/>
                    <a:pt x="193929" y="10414"/>
                  </a:cubicBezTo>
                  <a:cubicBezTo>
                    <a:pt x="202438" y="13970"/>
                    <a:pt x="210439" y="18161"/>
                    <a:pt x="218186" y="23241"/>
                  </a:cubicBezTo>
                  <a:cubicBezTo>
                    <a:pt x="225933" y="28321"/>
                    <a:pt x="232918" y="34036"/>
                    <a:pt x="239395" y="40513"/>
                  </a:cubicBezTo>
                  <a:cubicBezTo>
                    <a:pt x="245872" y="46990"/>
                    <a:pt x="251714" y="53975"/>
                    <a:pt x="256921" y="61595"/>
                  </a:cubicBezTo>
                  <a:cubicBezTo>
                    <a:pt x="262128" y="69215"/>
                    <a:pt x="266446" y="77216"/>
                    <a:pt x="270002" y="85725"/>
                  </a:cubicBezTo>
                  <a:cubicBezTo>
                    <a:pt x="273558" y="94234"/>
                    <a:pt x="276225" y="102870"/>
                    <a:pt x="278130" y="111887"/>
                  </a:cubicBezTo>
                  <a:cubicBezTo>
                    <a:pt x="280035" y="120904"/>
                    <a:pt x="280924" y="129920"/>
                    <a:pt x="280924" y="139191"/>
                  </a:cubicBezTo>
                  <a:close/>
                </a:path>
              </a:pathLst>
            </a:custGeom>
            <a:solidFill>
              <a:srgbClr val="0F4662"/>
            </a:solidFill>
          </p:spPr>
        </p:sp>
        <p:sp>
          <p:nvSpPr>
            <p:cNvPr name="Freeform 7" id="7"/>
            <p:cNvSpPr/>
            <p:nvPr/>
          </p:nvSpPr>
          <p:spPr>
            <a:xfrm flipH="false" flipV="false" rot="0">
              <a:off x="950214" y="77088"/>
              <a:ext cx="280924" cy="280807"/>
            </a:xfrm>
            <a:custGeom>
              <a:avLst/>
              <a:gdLst/>
              <a:ahLst/>
              <a:cxnLst/>
              <a:rect r="r" b="b" t="t" l="l"/>
              <a:pathLst>
                <a:path h="280807" w="280924">
                  <a:moveTo>
                    <a:pt x="280798" y="139064"/>
                  </a:moveTo>
                  <a:cubicBezTo>
                    <a:pt x="280925" y="148335"/>
                    <a:pt x="280036" y="157479"/>
                    <a:pt x="278385" y="166496"/>
                  </a:cubicBezTo>
                  <a:cubicBezTo>
                    <a:pt x="276734" y="175513"/>
                    <a:pt x="274067" y="184403"/>
                    <a:pt x="270638" y="192912"/>
                  </a:cubicBezTo>
                  <a:cubicBezTo>
                    <a:pt x="267209" y="201421"/>
                    <a:pt x="262891" y="209676"/>
                    <a:pt x="257811" y="217296"/>
                  </a:cubicBezTo>
                  <a:cubicBezTo>
                    <a:pt x="252731" y="224916"/>
                    <a:pt x="247016" y="232155"/>
                    <a:pt x="240539" y="238759"/>
                  </a:cubicBezTo>
                  <a:cubicBezTo>
                    <a:pt x="234062" y="245363"/>
                    <a:pt x="226950" y="251205"/>
                    <a:pt x="219330" y="256411"/>
                  </a:cubicBezTo>
                  <a:cubicBezTo>
                    <a:pt x="211710" y="261618"/>
                    <a:pt x="203582" y="265936"/>
                    <a:pt x="195073" y="269619"/>
                  </a:cubicBezTo>
                  <a:cubicBezTo>
                    <a:pt x="186564" y="273302"/>
                    <a:pt x="177800" y="275969"/>
                    <a:pt x="168783" y="277874"/>
                  </a:cubicBezTo>
                  <a:cubicBezTo>
                    <a:pt x="159767" y="279779"/>
                    <a:pt x="150622" y="280668"/>
                    <a:pt x="141351" y="280795"/>
                  </a:cubicBezTo>
                  <a:cubicBezTo>
                    <a:pt x="132080" y="280922"/>
                    <a:pt x="122936" y="280033"/>
                    <a:pt x="113919" y="278255"/>
                  </a:cubicBezTo>
                  <a:cubicBezTo>
                    <a:pt x="104903" y="276477"/>
                    <a:pt x="96012" y="273937"/>
                    <a:pt x="87503" y="270381"/>
                  </a:cubicBezTo>
                  <a:cubicBezTo>
                    <a:pt x="78994" y="266825"/>
                    <a:pt x="70867" y="262634"/>
                    <a:pt x="63119" y="257554"/>
                  </a:cubicBezTo>
                  <a:cubicBezTo>
                    <a:pt x="55372" y="252475"/>
                    <a:pt x="48261" y="246633"/>
                    <a:pt x="41656" y="240156"/>
                  </a:cubicBezTo>
                  <a:cubicBezTo>
                    <a:pt x="35053" y="233679"/>
                    <a:pt x="29211" y="226567"/>
                    <a:pt x="24003" y="218947"/>
                  </a:cubicBezTo>
                  <a:cubicBezTo>
                    <a:pt x="18797" y="211327"/>
                    <a:pt x="14478" y="203199"/>
                    <a:pt x="10922" y="194690"/>
                  </a:cubicBezTo>
                  <a:cubicBezTo>
                    <a:pt x="7367" y="186181"/>
                    <a:pt x="4700" y="177418"/>
                    <a:pt x="2794" y="168274"/>
                  </a:cubicBezTo>
                  <a:cubicBezTo>
                    <a:pt x="889" y="159130"/>
                    <a:pt x="0" y="150113"/>
                    <a:pt x="0" y="140842"/>
                  </a:cubicBezTo>
                  <a:cubicBezTo>
                    <a:pt x="0" y="131571"/>
                    <a:pt x="889" y="122427"/>
                    <a:pt x="2667" y="113411"/>
                  </a:cubicBezTo>
                  <a:cubicBezTo>
                    <a:pt x="4445" y="104394"/>
                    <a:pt x="7112" y="95504"/>
                    <a:pt x="10542" y="86995"/>
                  </a:cubicBezTo>
                  <a:cubicBezTo>
                    <a:pt x="13970" y="78486"/>
                    <a:pt x="18415" y="70358"/>
                    <a:pt x="23495" y="62611"/>
                  </a:cubicBezTo>
                  <a:cubicBezTo>
                    <a:pt x="28575" y="54864"/>
                    <a:pt x="34417" y="47752"/>
                    <a:pt x="40894" y="41275"/>
                  </a:cubicBezTo>
                  <a:cubicBezTo>
                    <a:pt x="47372" y="34798"/>
                    <a:pt x="54483" y="28829"/>
                    <a:pt x="62230" y="23749"/>
                  </a:cubicBezTo>
                  <a:cubicBezTo>
                    <a:pt x="69978" y="18669"/>
                    <a:pt x="77978" y="14224"/>
                    <a:pt x="86487" y="10668"/>
                  </a:cubicBezTo>
                  <a:cubicBezTo>
                    <a:pt x="94997" y="7112"/>
                    <a:pt x="103759" y="4445"/>
                    <a:pt x="112903" y="2667"/>
                  </a:cubicBezTo>
                  <a:cubicBezTo>
                    <a:pt x="122047" y="889"/>
                    <a:pt x="131064" y="0"/>
                    <a:pt x="140336" y="0"/>
                  </a:cubicBezTo>
                  <a:cubicBezTo>
                    <a:pt x="149606" y="0"/>
                    <a:pt x="158623" y="762"/>
                    <a:pt x="167640" y="2540"/>
                  </a:cubicBezTo>
                  <a:cubicBezTo>
                    <a:pt x="176658" y="4318"/>
                    <a:pt x="185420" y="6858"/>
                    <a:pt x="193930" y="10414"/>
                  </a:cubicBezTo>
                  <a:cubicBezTo>
                    <a:pt x="202439" y="13970"/>
                    <a:pt x="210440" y="18161"/>
                    <a:pt x="218187" y="23241"/>
                  </a:cubicBezTo>
                  <a:cubicBezTo>
                    <a:pt x="225934" y="28321"/>
                    <a:pt x="232919" y="34036"/>
                    <a:pt x="239396" y="40513"/>
                  </a:cubicBezTo>
                  <a:cubicBezTo>
                    <a:pt x="245873" y="46990"/>
                    <a:pt x="251715" y="53975"/>
                    <a:pt x="256922" y="61595"/>
                  </a:cubicBezTo>
                  <a:cubicBezTo>
                    <a:pt x="262129" y="69215"/>
                    <a:pt x="266447" y="77216"/>
                    <a:pt x="270003" y="85725"/>
                  </a:cubicBezTo>
                  <a:cubicBezTo>
                    <a:pt x="273559" y="94234"/>
                    <a:pt x="276226" y="102870"/>
                    <a:pt x="278131" y="111887"/>
                  </a:cubicBezTo>
                  <a:cubicBezTo>
                    <a:pt x="280036" y="120904"/>
                    <a:pt x="280925" y="129920"/>
                    <a:pt x="280925" y="139191"/>
                  </a:cubicBezTo>
                  <a:close/>
                </a:path>
              </a:pathLst>
            </a:custGeom>
            <a:solidFill>
              <a:srgbClr val="0F4662"/>
            </a:solidFill>
          </p:spPr>
        </p:sp>
        <p:sp>
          <p:nvSpPr>
            <p:cNvPr name="Freeform 8" id="8"/>
            <p:cNvSpPr/>
            <p:nvPr/>
          </p:nvSpPr>
          <p:spPr>
            <a:xfrm flipH="false" flipV="false" rot="0">
              <a:off x="1391159" y="77088"/>
              <a:ext cx="280924" cy="280807"/>
            </a:xfrm>
            <a:custGeom>
              <a:avLst/>
              <a:gdLst/>
              <a:ahLst/>
              <a:cxnLst/>
              <a:rect r="r" b="b" t="t" l="l"/>
              <a:pathLst>
                <a:path h="280807" w="280924">
                  <a:moveTo>
                    <a:pt x="280797" y="139064"/>
                  </a:moveTo>
                  <a:cubicBezTo>
                    <a:pt x="280924" y="148335"/>
                    <a:pt x="280035" y="157479"/>
                    <a:pt x="278384" y="166496"/>
                  </a:cubicBezTo>
                  <a:cubicBezTo>
                    <a:pt x="276733" y="175513"/>
                    <a:pt x="274066" y="184403"/>
                    <a:pt x="270637" y="192912"/>
                  </a:cubicBezTo>
                  <a:cubicBezTo>
                    <a:pt x="267208" y="201421"/>
                    <a:pt x="262890" y="209676"/>
                    <a:pt x="257810" y="217296"/>
                  </a:cubicBezTo>
                  <a:cubicBezTo>
                    <a:pt x="252730" y="224916"/>
                    <a:pt x="247015" y="232155"/>
                    <a:pt x="240538" y="238759"/>
                  </a:cubicBezTo>
                  <a:cubicBezTo>
                    <a:pt x="234061" y="245363"/>
                    <a:pt x="226949" y="251205"/>
                    <a:pt x="219329" y="256411"/>
                  </a:cubicBezTo>
                  <a:cubicBezTo>
                    <a:pt x="211709" y="261618"/>
                    <a:pt x="203581" y="265936"/>
                    <a:pt x="195072" y="269619"/>
                  </a:cubicBezTo>
                  <a:cubicBezTo>
                    <a:pt x="186563" y="273302"/>
                    <a:pt x="177800" y="275969"/>
                    <a:pt x="168783" y="277874"/>
                  </a:cubicBezTo>
                  <a:cubicBezTo>
                    <a:pt x="159766" y="279779"/>
                    <a:pt x="150622" y="280668"/>
                    <a:pt x="141351" y="280795"/>
                  </a:cubicBezTo>
                  <a:cubicBezTo>
                    <a:pt x="132080" y="280922"/>
                    <a:pt x="122936" y="280033"/>
                    <a:pt x="113919" y="278255"/>
                  </a:cubicBezTo>
                  <a:cubicBezTo>
                    <a:pt x="104902" y="276477"/>
                    <a:pt x="96012" y="273937"/>
                    <a:pt x="87503" y="270381"/>
                  </a:cubicBezTo>
                  <a:cubicBezTo>
                    <a:pt x="78994" y="266825"/>
                    <a:pt x="70866" y="262634"/>
                    <a:pt x="63119" y="257554"/>
                  </a:cubicBezTo>
                  <a:cubicBezTo>
                    <a:pt x="55372" y="252475"/>
                    <a:pt x="48260" y="246633"/>
                    <a:pt x="41656" y="240156"/>
                  </a:cubicBezTo>
                  <a:cubicBezTo>
                    <a:pt x="35052" y="233679"/>
                    <a:pt x="29210" y="226567"/>
                    <a:pt x="24003" y="218947"/>
                  </a:cubicBezTo>
                  <a:cubicBezTo>
                    <a:pt x="18796" y="211327"/>
                    <a:pt x="14478" y="203199"/>
                    <a:pt x="10922" y="194690"/>
                  </a:cubicBezTo>
                  <a:cubicBezTo>
                    <a:pt x="7366" y="186181"/>
                    <a:pt x="4699" y="177418"/>
                    <a:pt x="2794" y="168274"/>
                  </a:cubicBezTo>
                  <a:cubicBezTo>
                    <a:pt x="889" y="159130"/>
                    <a:pt x="0" y="150113"/>
                    <a:pt x="0" y="140842"/>
                  </a:cubicBezTo>
                  <a:cubicBezTo>
                    <a:pt x="0" y="131571"/>
                    <a:pt x="889" y="122427"/>
                    <a:pt x="2667" y="113411"/>
                  </a:cubicBezTo>
                  <a:cubicBezTo>
                    <a:pt x="4445" y="104394"/>
                    <a:pt x="7112" y="95504"/>
                    <a:pt x="10541" y="86995"/>
                  </a:cubicBezTo>
                  <a:cubicBezTo>
                    <a:pt x="13970" y="78486"/>
                    <a:pt x="18415" y="70358"/>
                    <a:pt x="23495" y="62611"/>
                  </a:cubicBezTo>
                  <a:cubicBezTo>
                    <a:pt x="28575" y="54864"/>
                    <a:pt x="34417" y="47752"/>
                    <a:pt x="40894" y="41275"/>
                  </a:cubicBezTo>
                  <a:cubicBezTo>
                    <a:pt x="47371" y="34798"/>
                    <a:pt x="54483" y="28829"/>
                    <a:pt x="62230" y="23749"/>
                  </a:cubicBezTo>
                  <a:cubicBezTo>
                    <a:pt x="69977" y="18669"/>
                    <a:pt x="77978" y="14224"/>
                    <a:pt x="86487" y="10668"/>
                  </a:cubicBezTo>
                  <a:cubicBezTo>
                    <a:pt x="94996" y="7112"/>
                    <a:pt x="103759" y="4445"/>
                    <a:pt x="112903" y="2667"/>
                  </a:cubicBezTo>
                  <a:cubicBezTo>
                    <a:pt x="122047" y="889"/>
                    <a:pt x="131064" y="0"/>
                    <a:pt x="140335" y="0"/>
                  </a:cubicBezTo>
                  <a:cubicBezTo>
                    <a:pt x="149606" y="0"/>
                    <a:pt x="158623" y="762"/>
                    <a:pt x="167640" y="2540"/>
                  </a:cubicBezTo>
                  <a:cubicBezTo>
                    <a:pt x="176657" y="4318"/>
                    <a:pt x="185420" y="6858"/>
                    <a:pt x="193929" y="10414"/>
                  </a:cubicBezTo>
                  <a:cubicBezTo>
                    <a:pt x="202438" y="13970"/>
                    <a:pt x="210439" y="18161"/>
                    <a:pt x="218186" y="23241"/>
                  </a:cubicBezTo>
                  <a:cubicBezTo>
                    <a:pt x="225933" y="28321"/>
                    <a:pt x="232918" y="34036"/>
                    <a:pt x="239395" y="40513"/>
                  </a:cubicBezTo>
                  <a:cubicBezTo>
                    <a:pt x="245872" y="46990"/>
                    <a:pt x="251714" y="53975"/>
                    <a:pt x="256921" y="61595"/>
                  </a:cubicBezTo>
                  <a:cubicBezTo>
                    <a:pt x="262128" y="69215"/>
                    <a:pt x="266446" y="77216"/>
                    <a:pt x="270002" y="85725"/>
                  </a:cubicBezTo>
                  <a:cubicBezTo>
                    <a:pt x="273558" y="94234"/>
                    <a:pt x="276225" y="102870"/>
                    <a:pt x="278130" y="111887"/>
                  </a:cubicBezTo>
                  <a:cubicBezTo>
                    <a:pt x="280035" y="120904"/>
                    <a:pt x="280924" y="129920"/>
                    <a:pt x="280924" y="139191"/>
                  </a:cubicBezTo>
                  <a:close/>
                </a:path>
              </a:pathLst>
            </a:custGeom>
            <a:solidFill>
              <a:srgbClr val="0F4662"/>
            </a:solidFill>
          </p:spPr>
        </p:sp>
        <p:sp>
          <p:nvSpPr>
            <p:cNvPr name="Freeform 9" id="9"/>
            <p:cNvSpPr/>
            <p:nvPr/>
          </p:nvSpPr>
          <p:spPr>
            <a:xfrm flipH="false" flipV="false" rot="0">
              <a:off x="1832103" y="77088"/>
              <a:ext cx="280924" cy="280807"/>
            </a:xfrm>
            <a:custGeom>
              <a:avLst/>
              <a:gdLst/>
              <a:ahLst/>
              <a:cxnLst/>
              <a:rect r="r" b="b" t="t" l="l"/>
              <a:pathLst>
                <a:path h="280807" w="280924">
                  <a:moveTo>
                    <a:pt x="280797" y="139064"/>
                  </a:moveTo>
                  <a:cubicBezTo>
                    <a:pt x="280924" y="148335"/>
                    <a:pt x="280035" y="157479"/>
                    <a:pt x="278384" y="166496"/>
                  </a:cubicBezTo>
                  <a:cubicBezTo>
                    <a:pt x="276733" y="175513"/>
                    <a:pt x="274066" y="184403"/>
                    <a:pt x="270637" y="192912"/>
                  </a:cubicBezTo>
                  <a:cubicBezTo>
                    <a:pt x="267208" y="201421"/>
                    <a:pt x="262890" y="209676"/>
                    <a:pt x="257810" y="217296"/>
                  </a:cubicBezTo>
                  <a:cubicBezTo>
                    <a:pt x="252730" y="224916"/>
                    <a:pt x="247015" y="232155"/>
                    <a:pt x="240538" y="238759"/>
                  </a:cubicBezTo>
                  <a:cubicBezTo>
                    <a:pt x="234061" y="245363"/>
                    <a:pt x="226949" y="251205"/>
                    <a:pt x="219329" y="256411"/>
                  </a:cubicBezTo>
                  <a:cubicBezTo>
                    <a:pt x="211709" y="261618"/>
                    <a:pt x="203581" y="265936"/>
                    <a:pt x="195072" y="269619"/>
                  </a:cubicBezTo>
                  <a:cubicBezTo>
                    <a:pt x="186563" y="273302"/>
                    <a:pt x="177800" y="275969"/>
                    <a:pt x="168783" y="277874"/>
                  </a:cubicBezTo>
                  <a:cubicBezTo>
                    <a:pt x="159766" y="279779"/>
                    <a:pt x="150622" y="280668"/>
                    <a:pt x="141351" y="280795"/>
                  </a:cubicBezTo>
                  <a:cubicBezTo>
                    <a:pt x="132080" y="280922"/>
                    <a:pt x="122936" y="280033"/>
                    <a:pt x="113919" y="278255"/>
                  </a:cubicBezTo>
                  <a:cubicBezTo>
                    <a:pt x="104902" y="276477"/>
                    <a:pt x="96012" y="273937"/>
                    <a:pt x="87503" y="270381"/>
                  </a:cubicBezTo>
                  <a:cubicBezTo>
                    <a:pt x="78994" y="266825"/>
                    <a:pt x="70866" y="262634"/>
                    <a:pt x="63119" y="257554"/>
                  </a:cubicBezTo>
                  <a:cubicBezTo>
                    <a:pt x="55372" y="252475"/>
                    <a:pt x="48260" y="246633"/>
                    <a:pt x="41656" y="240156"/>
                  </a:cubicBezTo>
                  <a:cubicBezTo>
                    <a:pt x="35052" y="233679"/>
                    <a:pt x="29210" y="226567"/>
                    <a:pt x="24003" y="218947"/>
                  </a:cubicBezTo>
                  <a:cubicBezTo>
                    <a:pt x="18796" y="211327"/>
                    <a:pt x="14478" y="203199"/>
                    <a:pt x="10922" y="194690"/>
                  </a:cubicBezTo>
                  <a:cubicBezTo>
                    <a:pt x="7366" y="186181"/>
                    <a:pt x="4699" y="177418"/>
                    <a:pt x="2794" y="168274"/>
                  </a:cubicBezTo>
                  <a:cubicBezTo>
                    <a:pt x="889" y="159130"/>
                    <a:pt x="0" y="150113"/>
                    <a:pt x="0" y="140842"/>
                  </a:cubicBezTo>
                  <a:cubicBezTo>
                    <a:pt x="0" y="131571"/>
                    <a:pt x="889" y="122427"/>
                    <a:pt x="2667" y="113411"/>
                  </a:cubicBezTo>
                  <a:cubicBezTo>
                    <a:pt x="4445" y="104394"/>
                    <a:pt x="7112" y="95504"/>
                    <a:pt x="10541" y="86995"/>
                  </a:cubicBezTo>
                  <a:cubicBezTo>
                    <a:pt x="13970" y="78486"/>
                    <a:pt x="18415" y="70358"/>
                    <a:pt x="23495" y="62611"/>
                  </a:cubicBezTo>
                  <a:cubicBezTo>
                    <a:pt x="28575" y="54864"/>
                    <a:pt x="34417" y="47752"/>
                    <a:pt x="40894" y="41275"/>
                  </a:cubicBezTo>
                  <a:cubicBezTo>
                    <a:pt x="47371" y="34798"/>
                    <a:pt x="54483" y="28829"/>
                    <a:pt x="62230" y="23749"/>
                  </a:cubicBezTo>
                  <a:cubicBezTo>
                    <a:pt x="69977" y="18669"/>
                    <a:pt x="77978" y="14224"/>
                    <a:pt x="86487" y="10668"/>
                  </a:cubicBezTo>
                  <a:cubicBezTo>
                    <a:pt x="94996" y="7112"/>
                    <a:pt x="103759" y="4445"/>
                    <a:pt x="112903" y="2667"/>
                  </a:cubicBezTo>
                  <a:cubicBezTo>
                    <a:pt x="122047" y="889"/>
                    <a:pt x="131064" y="0"/>
                    <a:pt x="140335" y="0"/>
                  </a:cubicBezTo>
                  <a:cubicBezTo>
                    <a:pt x="149606" y="0"/>
                    <a:pt x="158623" y="762"/>
                    <a:pt x="167640" y="2540"/>
                  </a:cubicBezTo>
                  <a:cubicBezTo>
                    <a:pt x="176657" y="4318"/>
                    <a:pt x="185420" y="6858"/>
                    <a:pt x="193929" y="10414"/>
                  </a:cubicBezTo>
                  <a:cubicBezTo>
                    <a:pt x="202438" y="13970"/>
                    <a:pt x="210439" y="18161"/>
                    <a:pt x="218186" y="23241"/>
                  </a:cubicBezTo>
                  <a:cubicBezTo>
                    <a:pt x="225933" y="28321"/>
                    <a:pt x="232918" y="34036"/>
                    <a:pt x="239395" y="40513"/>
                  </a:cubicBezTo>
                  <a:cubicBezTo>
                    <a:pt x="245872" y="46990"/>
                    <a:pt x="251714" y="53975"/>
                    <a:pt x="256921" y="61595"/>
                  </a:cubicBezTo>
                  <a:cubicBezTo>
                    <a:pt x="262128" y="69215"/>
                    <a:pt x="266446" y="77216"/>
                    <a:pt x="270002" y="85725"/>
                  </a:cubicBezTo>
                  <a:cubicBezTo>
                    <a:pt x="273558" y="94234"/>
                    <a:pt x="276225" y="102870"/>
                    <a:pt x="278130" y="111887"/>
                  </a:cubicBezTo>
                  <a:cubicBezTo>
                    <a:pt x="280035" y="120904"/>
                    <a:pt x="280924" y="129920"/>
                    <a:pt x="280924" y="139191"/>
                  </a:cubicBezTo>
                  <a:close/>
                </a:path>
              </a:pathLst>
            </a:custGeom>
            <a:solidFill>
              <a:srgbClr val="0F4662"/>
            </a:solidFill>
          </p:spPr>
        </p:sp>
        <p:sp>
          <p:nvSpPr>
            <p:cNvPr name="Freeform 10" id="10"/>
            <p:cNvSpPr/>
            <p:nvPr/>
          </p:nvSpPr>
          <p:spPr>
            <a:xfrm flipH="false" flipV="false" rot="0">
              <a:off x="63500" y="63500"/>
              <a:ext cx="2054099" cy="305560"/>
            </a:xfrm>
            <a:custGeom>
              <a:avLst/>
              <a:gdLst/>
              <a:ahLst/>
              <a:cxnLst/>
              <a:rect r="r" b="b" t="t" l="l"/>
              <a:pathLst>
                <a:path h="305560" w="2054099">
                  <a:moveTo>
                    <a:pt x="0" y="305559"/>
                  </a:moveTo>
                  <a:lnTo>
                    <a:pt x="2054099" y="305559"/>
                  </a:lnTo>
                  <a:lnTo>
                    <a:pt x="2054099" y="0"/>
                  </a:lnTo>
                  <a:lnTo>
                    <a:pt x="0" y="0"/>
                  </a:lnTo>
                  <a:close/>
                </a:path>
              </a:pathLst>
            </a:custGeom>
            <a:solidFill>
              <a:srgbClr val="000000">
                <a:alpha val="0"/>
              </a:srgbClr>
            </a:solidFill>
          </p:spPr>
        </p:sp>
      </p:grpSp>
      <p:grpSp>
        <p:nvGrpSpPr>
          <p:cNvPr name="Group 11" id="11"/>
          <p:cNvGrpSpPr/>
          <p:nvPr/>
        </p:nvGrpSpPr>
        <p:grpSpPr>
          <a:xfrm rot="0">
            <a:off x="7026364" y="1548536"/>
            <a:ext cx="2181139" cy="432549"/>
            <a:chOff x="0" y="0"/>
            <a:chExt cx="2181136" cy="432549"/>
          </a:xfrm>
        </p:grpSpPr>
        <p:sp>
          <p:nvSpPr>
            <p:cNvPr name="Freeform 12" id="12"/>
            <p:cNvSpPr/>
            <p:nvPr/>
          </p:nvSpPr>
          <p:spPr>
            <a:xfrm flipH="false" flipV="false" rot="0">
              <a:off x="67945" y="74536"/>
              <a:ext cx="281051" cy="280807"/>
            </a:xfrm>
            <a:custGeom>
              <a:avLst/>
              <a:gdLst/>
              <a:ahLst/>
              <a:cxnLst/>
              <a:rect r="r" b="b" t="t" l="l"/>
              <a:pathLst>
                <a:path h="280807" w="281051">
                  <a:moveTo>
                    <a:pt x="254" y="141616"/>
                  </a:moveTo>
                  <a:cubicBezTo>
                    <a:pt x="127" y="132345"/>
                    <a:pt x="1016" y="123201"/>
                    <a:pt x="2667" y="114185"/>
                  </a:cubicBezTo>
                  <a:cubicBezTo>
                    <a:pt x="4318" y="105168"/>
                    <a:pt x="6985" y="96278"/>
                    <a:pt x="10414" y="87769"/>
                  </a:cubicBezTo>
                  <a:cubicBezTo>
                    <a:pt x="13843" y="79260"/>
                    <a:pt x="18161" y="71005"/>
                    <a:pt x="23241" y="63385"/>
                  </a:cubicBezTo>
                  <a:cubicBezTo>
                    <a:pt x="28321" y="55765"/>
                    <a:pt x="34036" y="48526"/>
                    <a:pt x="40513" y="41922"/>
                  </a:cubicBezTo>
                  <a:cubicBezTo>
                    <a:pt x="46990" y="35318"/>
                    <a:pt x="54102" y="29476"/>
                    <a:pt x="61722" y="24269"/>
                  </a:cubicBezTo>
                  <a:cubicBezTo>
                    <a:pt x="69342" y="19062"/>
                    <a:pt x="77470" y="14744"/>
                    <a:pt x="85979" y="11061"/>
                  </a:cubicBezTo>
                  <a:cubicBezTo>
                    <a:pt x="94488" y="7378"/>
                    <a:pt x="103251" y="4711"/>
                    <a:pt x="112268" y="2933"/>
                  </a:cubicBezTo>
                  <a:cubicBezTo>
                    <a:pt x="121285" y="1155"/>
                    <a:pt x="130429" y="139"/>
                    <a:pt x="139700" y="12"/>
                  </a:cubicBezTo>
                  <a:cubicBezTo>
                    <a:pt x="148971" y="-115"/>
                    <a:pt x="158115" y="774"/>
                    <a:pt x="167132" y="2552"/>
                  </a:cubicBezTo>
                  <a:cubicBezTo>
                    <a:pt x="176149" y="4330"/>
                    <a:pt x="185039" y="6870"/>
                    <a:pt x="193548" y="10426"/>
                  </a:cubicBezTo>
                  <a:cubicBezTo>
                    <a:pt x="202057" y="13982"/>
                    <a:pt x="210185" y="18173"/>
                    <a:pt x="217932" y="23253"/>
                  </a:cubicBezTo>
                  <a:cubicBezTo>
                    <a:pt x="225679" y="28333"/>
                    <a:pt x="232791" y="34175"/>
                    <a:pt x="239395" y="40652"/>
                  </a:cubicBezTo>
                  <a:cubicBezTo>
                    <a:pt x="245999" y="47129"/>
                    <a:pt x="251841" y="54241"/>
                    <a:pt x="257048" y="61861"/>
                  </a:cubicBezTo>
                  <a:cubicBezTo>
                    <a:pt x="262255" y="69481"/>
                    <a:pt x="266573" y="77609"/>
                    <a:pt x="270129" y="86118"/>
                  </a:cubicBezTo>
                  <a:cubicBezTo>
                    <a:pt x="273685" y="94627"/>
                    <a:pt x="276352" y="103390"/>
                    <a:pt x="278257" y="112534"/>
                  </a:cubicBezTo>
                  <a:cubicBezTo>
                    <a:pt x="280162" y="121677"/>
                    <a:pt x="281051" y="130694"/>
                    <a:pt x="281051" y="139965"/>
                  </a:cubicBezTo>
                  <a:cubicBezTo>
                    <a:pt x="281051" y="149236"/>
                    <a:pt x="280162" y="158380"/>
                    <a:pt x="278384" y="167397"/>
                  </a:cubicBezTo>
                  <a:cubicBezTo>
                    <a:pt x="276606" y="176414"/>
                    <a:pt x="273939" y="185304"/>
                    <a:pt x="270383" y="193813"/>
                  </a:cubicBezTo>
                  <a:cubicBezTo>
                    <a:pt x="266827" y="202322"/>
                    <a:pt x="262509" y="210450"/>
                    <a:pt x="257429" y="218197"/>
                  </a:cubicBezTo>
                  <a:cubicBezTo>
                    <a:pt x="252349" y="225944"/>
                    <a:pt x="246507" y="233056"/>
                    <a:pt x="240030" y="239533"/>
                  </a:cubicBezTo>
                  <a:cubicBezTo>
                    <a:pt x="233553" y="246010"/>
                    <a:pt x="226441" y="251978"/>
                    <a:pt x="218694" y="257058"/>
                  </a:cubicBezTo>
                  <a:cubicBezTo>
                    <a:pt x="210947" y="262138"/>
                    <a:pt x="202946" y="266583"/>
                    <a:pt x="194437" y="270139"/>
                  </a:cubicBezTo>
                  <a:cubicBezTo>
                    <a:pt x="185928" y="273695"/>
                    <a:pt x="177165" y="276362"/>
                    <a:pt x="168021" y="278140"/>
                  </a:cubicBezTo>
                  <a:cubicBezTo>
                    <a:pt x="158877" y="279918"/>
                    <a:pt x="149860" y="280807"/>
                    <a:pt x="140589" y="280807"/>
                  </a:cubicBezTo>
                  <a:cubicBezTo>
                    <a:pt x="131318" y="280807"/>
                    <a:pt x="122301" y="280045"/>
                    <a:pt x="113284" y="278267"/>
                  </a:cubicBezTo>
                  <a:cubicBezTo>
                    <a:pt x="104267" y="276489"/>
                    <a:pt x="95504" y="273949"/>
                    <a:pt x="86995" y="270393"/>
                  </a:cubicBezTo>
                  <a:cubicBezTo>
                    <a:pt x="78486" y="266837"/>
                    <a:pt x="70485" y="262646"/>
                    <a:pt x="62738" y="257566"/>
                  </a:cubicBezTo>
                  <a:cubicBezTo>
                    <a:pt x="54991" y="252486"/>
                    <a:pt x="48006" y="246772"/>
                    <a:pt x="41529" y="240295"/>
                  </a:cubicBezTo>
                  <a:cubicBezTo>
                    <a:pt x="35052" y="233818"/>
                    <a:pt x="29210" y="226833"/>
                    <a:pt x="24003" y="219213"/>
                  </a:cubicBezTo>
                  <a:cubicBezTo>
                    <a:pt x="18796" y="211593"/>
                    <a:pt x="14478" y="203592"/>
                    <a:pt x="10922" y="195083"/>
                  </a:cubicBezTo>
                  <a:cubicBezTo>
                    <a:pt x="7366" y="186574"/>
                    <a:pt x="4699" y="177938"/>
                    <a:pt x="2794" y="168921"/>
                  </a:cubicBezTo>
                  <a:cubicBezTo>
                    <a:pt x="889" y="159904"/>
                    <a:pt x="0" y="150887"/>
                    <a:pt x="0" y="141616"/>
                  </a:cubicBezTo>
                </a:path>
              </a:pathLst>
            </a:custGeom>
            <a:solidFill>
              <a:srgbClr val="0F4662"/>
            </a:solidFill>
          </p:spPr>
        </p:sp>
        <p:sp>
          <p:nvSpPr>
            <p:cNvPr name="Freeform 13" id="13"/>
            <p:cNvSpPr/>
            <p:nvPr/>
          </p:nvSpPr>
          <p:spPr>
            <a:xfrm flipH="false" flipV="false" rot="0">
              <a:off x="509016" y="77088"/>
              <a:ext cx="280924" cy="280807"/>
            </a:xfrm>
            <a:custGeom>
              <a:avLst/>
              <a:gdLst/>
              <a:ahLst/>
              <a:cxnLst/>
              <a:rect r="r" b="b" t="t" l="l"/>
              <a:pathLst>
                <a:path h="280807" w="280924">
                  <a:moveTo>
                    <a:pt x="280797" y="139064"/>
                  </a:moveTo>
                  <a:cubicBezTo>
                    <a:pt x="280924" y="148335"/>
                    <a:pt x="280035" y="157479"/>
                    <a:pt x="278384" y="166496"/>
                  </a:cubicBezTo>
                  <a:cubicBezTo>
                    <a:pt x="276733" y="175513"/>
                    <a:pt x="274066" y="184403"/>
                    <a:pt x="270637" y="192912"/>
                  </a:cubicBezTo>
                  <a:cubicBezTo>
                    <a:pt x="267208" y="201421"/>
                    <a:pt x="262890" y="209676"/>
                    <a:pt x="257810" y="217296"/>
                  </a:cubicBezTo>
                  <a:cubicBezTo>
                    <a:pt x="252730" y="224916"/>
                    <a:pt x="247015" y="232155"/>
                    <a:pt x="240538" y="238759"/>
                  </a:cubicBezTo>
                  <a:cubicBezTo>
                    <a:pt x="234061" y="245362"/>
                    <a:pt x="226949" y="251204"/>
                    <a:pt x="219329" y="256411"/>
                  </a:cubicBezTo>
                  <a:cubicBezTo>
                    <a:pt x="211709" y="261618"/>
                    <a:pt x="203581" y="265936"/>
                    <a:pt x="195072" y="269619"/>
                  </a:cubicBezTo>
                  <a:cubicBezTo>
                    <a:pt x="186563" y="273302"/>
                    <a:pt x="177800" y="275969"/>
                    <a:pt x="168783" y="277874"/>
                  </a:cubicBezTo>
                  <a:cubicBezTo>
                    <a:pt x="159766" y="279779"/>
                    <a:pt x="150622" y="280668"/>
                    <a:pt x="141351" y="280795"/>
                  </a:cubicBezTo>
                  <a:cubicBezTo>
                    <a:pt x="132080" y="280922"/>
                    <a:pt x="122936" y="280033"/>
                    <a:pt x="113919" y="278255"/>
                  </a:cubicBezTo>
                  <a:cubicBezTo>
                    <a:pt x="104902" y="276477"/>
                    <a:pt x="96012" y="273937"/>
                    <a:pt x="87503" y="270381"/>
                  </a:cubicBezTo>
                  <a:cubicBezTo>
                    <a:pt x="78994" y="266825"/>
                    <a:pt x="70866" y="262634"/>
                    <a:pt x="63119" y="257554"/>
                  </a:cubicBezTo>
                  <a:cubicBezTo>
                    <a:pt x="55372" y="252474"/>
                    <a:pt x="48260" y="246632"/>
                    <a:pt x="41656" y="240156"/>
                  </a:cubicBezTo>
                  <a:cubicBezTo>
                    <a:pt x="35052" y="233679"/>
                    <a:pt x="29210" y="226567"/>
                    <a:pt x="24003" y="218947"/>
                  </a:cubicBezTo>
                  <a:cubicBezTo>
                    <a:pt x="18796" y="211327"/>
                    <a:pt x="14478" y="203199"/>
                    <a:pt x="10922" y="194690"/>
                  </a:cubicBezTo>
                  <a:cubicBezTo>
                    <a:pt x="7366" y="186181"/>
                    <a:pt x="4699" y="177418"/>
                    <a:pt x="2794" y="168274"/>
                  </a:cubicBezTo>
                  <a:cubicBezTo>
                    <a:pt x="889" y="159130"/>
                    <a:pt x="0" y="150113"/>
                    <a:pt x="0" y="140842"/>
                  </a:cubicBezTo>
                  <a:cubicBezTo>
                    <a:pt x="0" y="131571"/>
                    <a:pt x="889" y="122427"/>
                    <a:pt x="2667" y="113411"/>
                  </a:cubicBezTo>
                  <a:cubicBezTo>
                    <a:pt x="4445" y="104394"/>
                    <a:pt x="7112" y="95504"/>
                    <a:pt x="10541" y="86995"/>
                  </a:cubicBezTo>
                  <a:cubicBezTo>
                    <a:pt x="13970" y="78486"/>
                    <a:pt x="18415" y="70358"/>
                    <a:pt x="23495" y="62611"/>
                  </a:cubicBezTo>
                  <a:cubicBezTo>
                    <a:pt x="28575" y="54864"/>
                    <a:pt x="34417" y="47752"/>
                    <a:pt x="40894" y="41275"/>
                  </a:cubicBezTo>
                  <a:cubicBezTo>
                    <a:pt x="47371" y="34798"/>
                    <a:pt x="54483" y="28829"/>
                    <a:pt x="62230" y="23749"/>
                  </a:cubicBezTo>
                  <a:cubicBezTo>
                    <a:pt x="69977" y="18669"/>
                    <a:pt x="77978" y="14224"/>
                    <a:pt x="86487" y="10668"/>
                  </a:cubicBezTo>
                  <a:cubicBezTo>
                    <a:pt x="94996" y="7112"/>
                    <a:pt x="103759" y="4445"/>
                    <a:pt x="112903" y="2667"/>
                  </a:cubicBezTo>
                  <a:cubicBezTo>
                    <a:pt x="122047" y="889"/>
                    <a:pt x="131064" y="0"/>
                    <a:pt x="140335" y="0"/>
                  </a:cubicBezTo>
                  <a:cubicBezTo>
                    <a:pt x="149606" y="0"/>
                    <a:pt x="158623" y="762"/>
                    <a:pt x="167640" y="2540"/>
                  </a:cubicBezTo>
                  <a:cubicBezTo>
                    <a:pt x="176657" y="4318"/>
                    <a:pt x="185420" y="6858"/>
                    <a:pt x="193929" y="10414"/>
                  </a:cubicBezTo>
                  <a:cubicBezTo>
                    <a:pt x="202438" y="13970"/>
                    <a:pt x="210439" y="18161"/>
                    <a:pt x="218186" y="23241"/>
                  </a:cubicBezTo>
                  <a:cubicBezTo>
                    <a:pt x="225933" y="28321"/>
                    <a:pt x="232918" y="34036"/>
                    <a:pt x="239395" y="40513"/>
                  </a:cubicBezTo>
                  <a:cubicBezTo>
                    <a:pt x="245872" y="46990"/>
                    <a:pt x="251714" y="53975"/>
                    <a:pt x="256921" y="61595"/>
                  </a:cubicBezTo>
                  <a:cubicBezTo>
                    <a:pt x="262128" y="69215"/>
                    <a:pt x="266446" y="77216"/>
                    <a:pt x="270002" y="85725"/>
                  </a:cubicBezTo>
                  <a:cubicBezTo>
                    <a:pt x="273558" y="94234"/>
                    <a:pt x="276225" y="102870"/>
                    <a:pt x="278130" y="111887"/>
                  </a:cubicBezTo>
                  <a:cubicBezTo>
                    <a:pt x="280035" y="120903"/>
                    <a:pt x="280924" y="129920"/>
                    <a:pt x="280924" y="139191"/>
                  </a:cubicBezTo>
                  <a:close/>
                </a:path>
              </a:pathLst>
            </a:custGeom>
            <a:solidFill>
              <a:srgbClr val="0F4662"/>
            </a:solidFill>
          </p:spPr>
        </p:sp>
        <p:sp>
          <p:nvSpPr>
            <p:cNvPr name="Freeform 14" id="14"/>
            <p:cNvSpPr/>
            <p:nvPr/>
          </p:nvSpPr>
          <p:spPr>
            <a:xfrm flipH="false" flipV="false" rot="0">
              <a:off x="950214" y="77088"/>
              <a:ext cx="280924" cy="280807"/>
            </a:xfrm>
            <a:custGeom>
              <a:avLst/>
              <a:gdLst/>
              <a:ahLst/>
              <a:cxnLst/>
              <a:rect r="r" b="b" t="t" l="l"/>
              <a:pathLst>
                <a:path h="280807" w="280924">
                  <a:moveTo>
                    <a:pt x="280798" y="139064"/>
                  </a:moveTo>
                  <a:cubicBezTo>
                    <a:pt x="280925" y="148335"/>
                    <a:pt x="280036" y="157479"/>
                    <a:pt x="278385" y="166496"/>
                  </a:cubicBezTo>
                  <a:cubicBezTo>
                    <a:pt x="276734" y="175513"/>
                    <a:pt x="274067" y="184403"/>
                    <a:pt x="270638" y="192912"/>
                  </a:cubicBezTo>
                  <a:cubicBezTo>
                    <a:pt x="267209" y="201421"/>
                    <a:pt x="262891" y="209676"/>
                    <a:pt x="257811" y="217296"/>
                  </a:cubicBezTo>
                  <a:cubicBezTo>
                    <a:pt x="252731" y="224916"/>
                    <a:pt x="247016" y="232155"/>
                    <a:pt x="240539" y="238759"/>
                  </a:cubicBezTo>
                  <a:cubicBezTo>
                    <a:pt x="234062" y="245362"/>
                    <a:pt x="226950" y="251204"/>
                    <a:pt x="219330" y="256411"/>
                  </a:cubicBezTo>
                  <a:cubicBezTo>
                    <a:pt x="211710" y="261618"/>
                    <a:pt x="203582" y="265936"/>
                    <a:pt x="195073" y="269619"/>
                  </a:cubicBezTo>
                  <a:cubicBezTo>
                    <a:pt x="186564" y="273302"/>
                    <a:pt x="177800" y="275969"/>
                    <a:pt x="168783" y="277874"/>
                  </a:cubicBezTo>
                  <a:cubicBezTo>
                    <a:pt x="159767" y="279779"/>
                    <a:pt x="150622" y="280668"/>
                    <a:pt x="141351" y="280795"/>
                  </a:cubicBezTo>
                  <a:cubicBezTo>
                    <a:pt x="132080" y="280922"/>
                    <a:pt x="122936" y="280033"/>
                    <a:pt x="113919" y="278255"/>
                  </a:cubicBezTo>
                  <a:cubicBezTo>
                    <a:pt x="104903" y="276477"/>
                    <a:pt x="96012" y="273937"/>
                    <a:pt x="87503" y="270381"/>
                  </a:cubicBezTo>
                  <a:cubicBezTo>
                    <a:pt x="78994" y="266825"/>
                    <a:pt x="70867" y="262634"/>
                    <a:pt x="63119" y="257554"/>
                  </a:cubicBezTo>
                  <a:cubicBezTo>
                    <a:pt x="55372" y="252474"/>
                    <a:pt x="48261" y="246632"/>
                    <a:pt x="41656" y="240156"/>
                  </a:cubicBezTo>
                  <a:cubicBezTo>
                    <a:pt x="35053" y="233679"/>
                    <a:pt x="29211" y="226567"/>
                    <a:pt x="24003" y="218947"/>
                  </a:cubicBezTo>
                  <a:cubicBezTo>
                    <a:pt x="18797" y="211327"/>
                    <a:pt x="14478" y="203199"/>
                    <a:pt x="10922" y="194690"/>
                  </a:cubicBezTo>
                  <a:cubicBezTo>
                    <a:pt x="7367" y="186181"/>
                    <a:pt x="4700" y="177418"/>
                    <a:pt x="2794" y="168274"/>
                  </a:cubicBezTo>
                  <a:cubicBezTo>
                    <a:pt x="889" y="159130"/>
                    <a:pt x="0" y="150113"/>
                    <a:pt x="0" y="140842"/>
                  </a:cubicBezTo>
                  <a:cubicBezTo>
                    <a:pt x="0" y="131571"/>
                    <a:pt x="889" y="122427"/>
                    <a:pt x="2667" y="113411"/>
                  </a:cubicBezTo>
                  <a:cubicBezTo>
                    <a:pt x="4445" y="104394"/>
                    <a:pt x="7112" y="95504"/>
                    <a:pt x="10542" y="86995"/>
                  </a:cubicBezTo>
                  <a:cubicBezTo>
                    <a:pt x="13970" y="78486"/>
                    <a:pt x="18415" y="70358"/>
                    <a:pt x="23495" y="62611"/>
                  </a:cubicBezTo>
                  <a:cubicBezTo>
                    <a:pt x="28575" y="54864"/>
                    <a:pt x="34417" y="47752"/>
                    <a:pt x="40894" y="41275"/>
                  </a:cubicBezTo>
                  <a:cubicBezTo>
                    <a:pt x="47372" y="34798"/>
                    <a:pt x="54483" y="28829"/>
                    <a:pt x="62230" y="23749"/>
                  </a:cubicBezTo>
                  <a:cubicBezTo>
                    <a:pt x="69978" y="18669"/>
                    <a:pt x="77978" y="14224"/>
                    <a:pt x="86487" y="10668"/>
                  </a:cubicBezTo>
                  <a:cubicBezTo>
                    <a:pt x="94997" y="7112"/>
                    <a:pt x="103759" y="4445"/>
                    <a:pt x="112903" y="2667"/>
                  </a:cubicBezTo>
                  <a:cubicBezTo>
                    <a:pt x="122047" y="889"/>
                    <a:pt x="131064" y="0"/>
                    <a:pt x="140336" y="0"/>
                  </a:cubicBezTo>
                  <a:cubicBezTo>
                    <a:pt x="149606" y="0"/>
                    <a:pt x="158623" y="762"/>
                    <a:pt x="167640" y="2540"/>
                  </a:cubicBezTo>
                  <a:cubicBezTo>
                    <a:pt x="176658" y="4318"/>
                    <a:pt x="185420" y="6858"/>
                    <a:pt x="193930" y="10414"/>
                  </a:cubicBezTo>
                  <a:cubicBezTo>
                    <a:pt x="202439" y="13970"/>
                    <a:pt x="210440" y="18161"/>
                    <a:pt x="218187" y="23241"/>
                  </a:cubicBezTo>
                  <a:cubicBezTo>
                    <a:pt x="225934" y="28321"/>
                    <a:pt x="232919" y="34036"/>
                    <a:pt x="239396" y="40513"/>
                  </a:cubicBezTo>
                  <a:cubicBezTo>
                    <a:pt x="245873" y="46990"/>
                    <a:pt x="251715" y="53975"/>
                    <a:pt x="256922" y="61595"/>
                  </a:cubicBezTo>
                  <a:cubicBezTo>
                    <a:pt x="262129" y="69215"/>
                    <a:pt x="266447" y="77216"/>
                    <a:pt x="270003" y="85725"/>
                  </a:cubicBezTo>
                  <a:cubicBezTo>
                    <a:pt x="273559" y="94234"/>
                    <a:pt x="276226" y="102870"/>
                    <a:pt x="278131" y="111887"/>
                  </a:cubicBezTo>
                  <a:cubicBezTo>
                    <a:pt x="280036" y="120903"/>
                    <a:pt x="280925" y="129920"/>
                    <a:pt x="280925" y="139191"/>
                  </a:cubicBezTo>
                  <a:close/>
                </a:path>
              </a:pathLst>
            </a:custGeom>
            <a:solidFill>
              <a:srgbClr val="0F4662"/>
            </a:solidFill>
          </p:spPr>
        </p:sp>
        <p:sp>
          <p:nvSpPr>
            <p:cNvPr name="Freeform 15" id="15"/>
            <p:cNvSpPr/>
            <p:nvPr/>
          </p:nvSpPr>
          <p:spPr>
            <a:xfrm flipH="false" flipV="false" rot="0">
              <a:off x="1391159" y="77088"/>
              <a:ext cx="280924" cy="280807"/>
            </a:xfrm>
            <a:custGeom>
              <a:avLst/>
              <a:gdLst/>
              <a:ahLst/>
              <a:cxnLst/>
              <a:rect r="r" b="b" t="t" l="l"/>
              <a:pathLst>
                <a:path h="280807" w="280924">
                  <a:moveTo>
                    <a:pt x="280797" y="139064"/>
                  </a:moveTo>
                  <a:cubicBezTo>
                    <a:pt x="280924" y="148335"/>
                    <a:pt x="280035" y="157479"/>
                    <a:pt x="278384" y="166496"/>
                  </a:cubicBezTo>
                  <a:cubicBezTo>
                    <a:pt x="276733" y="175513"/>
                    <a:pt x="274066" y="184403"/>
                    <a:pt x="270637" y="192912"/>
                  </a:cubicBezTo>
                  <a:cubicBezTo>
                    <a:pt x="267208" y="201421"/>
                    <a:pt x="262890" y="209676"/>
                    <a:pt x="257810" y="217296"/>
                  </a:cubicBezTo>
                  <a:cubicBezTo>
                    <a:pt x="252730" y="224916"/>
                    <a:pt x="247015" y="232155"/>
                    <a:pt x="240538" y="238759"/>
                  </a:cubicBezTo>
                  <a:cubicBezTo>
                    <a:pt x="234061" y="245362"/>
                    <a:pt x="226949" y="251204"/>
                    <a:pt x="219329" y="256411"/>
                  </a:cubicBezTo>
                  <a:cubicBezTo>
                    <a:pt x="211709" y="261618"/>
                    <a:pt x="203581" y="265936"/>
                    <a:pt x="195072" y="269619"/>
                  </a:cubicBezTo>
                  <a:cubicBezTo>
                    <a:pt x="186563" y="273302"/>
                    <a:pt x="177800" y="275969"/>
                    <a:pt x="168783" y="277874"/>
                  </a:cubicBezTo>
                  <a:cubicBezTo>
                    <a:pt x="159766" y="279779"/>
                    <a:pt x="150622" y="280668"/>
                    <a:pt x="141351" y="280795"/>
                  </a:cubicBezTo>
                  <a:cubicBezTo>
                    <a:pt x="132080" y="280922"/>
                    <a:pt x="122936" y="280033"/>
                    <a:pt x="113919" y="278255"/>
                  </a:cubicBezTo>
                  <a:cubicBezTo>
                    <a:pt x="104902" y="276477"/>
                    <a:pt x="96012" y="273937"/>
                    <a:pt x="87503" y="270381"/>
                  </a:cubicBezTo>
                  <a:cubicBezTo>
                    <a:pt x="78994" y="266825"/>
                    <a:pt x="70866" y="262634"/>
                    <a:pt x="63119" y="257554"/>
                  </a:cubicBezTo>
                  <a:cubicBezTo>
                    <a:pt x="55372" y="252474"/>
                    <a:pt x="48260" y="246632"/>
                    <a:pt x="41656" y="240156"/>
                  </a:cubicBezTo>
                  <a:cubicBezTo>
                    <a:pt x="35052" y="233679"/>
                    <a:pt x="29210" y="226567"/>
                    <a:pt x="24003" y="218947"/>
                  </a:cubicBezTo>
                  <a:cubicBezTo>
                    <a:pt x="18796" y="211327"/>
                    <a:pt x="14478" y="203199"/>
                    <a:pt x="10922" y="194690"/>
                  </a:cubicBezTo>
                  <a:cubicBezTo>
                    <a:pt x="7366" y="186181"/>
                    <a:pt x="4699" y="177418"/>
                    <a:pt x="2794" y="168274"/>
                  </a:cubicBezTo>
                  <a:cubicBezTo>
                    <a:pt x="889" y="159130"/>
                    <a:pt x="0" y="150113"/>
                    <a:pt x="0" y="140842"/>
                  </a:cubicBezTo>
                  <a:cubicBezTo>
                    <a:pt x="0" y="131571"/>
                    <a:pt x="889" y="122427"/>
                    <a:pt x="2667" y="113411"/>
                  </a:cubicBezTo>
                  <a:cubicBezTo>
                    <a:pt x="4445" y="104394"/>
                    <a:pt x="7112" y="95504"/>
                    <a:pt x="10541" y="86995"/>
                  </a:cubicBezTo>
                  <a:cubicBezTo>
                    <a:pt x="13970" y="78486"/>
                    <a:pt x="18415" y="70358"/>
                    <a:pt x="23495" y="62611"/>
                  </a:cubicBezTo>
                  <a:cubicBezTo>
                    <a:pt x="28575" y="54864"/>
                    <a:pt x="34417" y="47752"/>
                    <a:pt x="40894" y="41275"/>
                  </a:cubicBezTo>
                  <a:cubicBezTo>
                    <a:pt x="47371" y="34798"/>
                    <a:pt x="54483" y="28829"/>
                    <a:pt x="62230" y="23749"/>
                  </a:cubicBezTo>
                  <a:cubicBezTo>
                    <a:pt x="69977" y="18669"/>
                    <a:pt x="77978" y="14224"/>
                    <a:pt x="86487" y="10668"/>
                  </a:cubicBezTo>
                  <a:cubicBezTo>
                    <a:pt x="94996" y="7112"/>
                    <a:pt x="103759" y="4445"/>
                    <a:pt x="112903" y="2667"/>
                  </a:cubicBezTo>
                  <a:cubicBezTo>
                    <a:pt x="122047" y="889"/>
                    <a:pt x="131064" y="0"/>
                    <a:pt x="140335" y="0"/>
                  </a:cubicBezTo>
                  <a:cubicBezTo>
                    <a:pt x="149606" y="0"/>
                    <a:pt x="158623" y="762"/>
                    <a:pt x="167640" y="2540"/>
                  </a:cubicBezTo>
                  <a:cubicBezTo>
                    <a:pt x="176657" y="4318"/>
                    <a:pt x="185420" y="6858"/>
                    <a:pt x="193929" y="10414"/>
                  </a:cubicBezTo>
                  <a:cubicBezTo>
                    <a:pt x="202438" y="13970"/>
                    <a:pt x="210439" y="18161"/>
                    <a:pt x="218186" y="23241"/>
                  </a:cubicBezTo>
                  <a:cubicBezTo>
                    <a:pt x="225933" y="28321"/>
                    <a:pt x="232918" y="34036"/>
                    <a:pt x="239395" y="40513"/>
                  </a:cubicBezTo>
                  <a:cubicBezTo>
                    <a:pt x="245872" y="46990"/>
                    <a:pt x="251714" y="53975"/>
                    <a:pt x="256921" y="61595"/>
                  </a:cubicBezTo>
                  <a:cubicBezTo>
                    <a:pt x="262128" y="69215"/>
                    <a:pt x="266446" y="77216"/>
                    <a:pt x="270002" y="85725"/>
                  </a:cubicBezTo>
                  <a:cubicBezTo>
                    <a:pt x="273558" y="94234"/>
                    <a:pt x="276225" y="102870"/>
                    <a:pt x="278130" y="111887"/>
                  </a:cubicBezTo>
                  <a:cubicBezTo>
                    <a:pt x="280035" y="120903"/>
                    <a:pt x="280924" y="129920"/>
                    <a:pt x="280924" y="139191"/>
                  </a:cubicBezTo>
                  <a:close/>
                </a:path>
              </a:pathLst>
            </a:custGeom>
            <a:solidFill>
              <a:srgbClr val="0F4662"/>
            </a:solidFill>
          </p:spPr>
        </p:sp>
        <p:sp>
          <p:nvSpPr>
            <p:cNvPr name="Freeform 16" id="16"/>
            <p:cNvSpPr/>
            <p:nvPr/>
          </p:nvSpPr>
          <p:spPr>
            <a:xfrm flipH="false" flipV="false" rot="0">
              <a:off x="1832103" y="77088"/>
              <a:ext cx="280924" cy="280807"/>
            </a:xfrm>
            <a:custGeom>
              <a:avLst/>
              <a:gdLst/>
              <a:ahLst/>
              <a:cxnLst/>
              <a:rect r="r" b="b" t="t" l="l"/>
              <a:pathLst>
                <a:path h="280807" w="280924">
                  <a:moveTo>
                    <a:pt x="280797" y="139064"/>
                  </a:moveTo>
                  <a:cubicBezTo>
                    <a:pt x="280924" y="148335"/>
                    <a:pt x="280035" y="157479"/>
                    <a:pt x="278384" y="166496"/>
                  </a:cubicBezTo>
                  <a:cubicBezTo>
                    <a:pt x="276733" y="175513"/>
                    <a:pt x="274066" y="184403"/>
                    <a:pt x="270637" y="192912"/>
                  </a:cubicBezTo>
                  <a:cubicBezTo>
                    <a:pt x="267208" y="201421"/>
                    <a:pt x="262890" y="209676"/>
                    <a:pt x="257810" y="217296"/>
                  </a:cubicBezTo>
                  <a:cubicBezTo>
                    <a:pt x="252730" y="224916"/>
                    <a:pt x="247015" y="232155"/>
                    <a:pt x="240538" y="238759"/>
                  </a:cubicBezTo>
                  <a:cubicBezTo>
                    <a:pt x="234061" y="245362"/>
                    <a:pt x="226949" y="251204"/>
                    <a:pt x="219329" y="256411"/>
                  </a:cubicBezTo>
                  <a:cubicBezTo>
                    <a:pt x="211709" y="261618"/>
                    <a:pt x="203581" y="265936"/>
                    <a:pt x="195072" y="269619"/>
                  </a:cubicBezTo>
                  <a:cubicBezTo>
                    <a:pt x="186563" y="273302"/>
                    <a:pt x="177800" y="275969"/>
                    <a:pt x="168783" y="277874"/>
                  </a:cubicBezTo>
                  <a:cubicBezTo>
                    <a:pt x="159766" y="279779"/>
                    <a:pt x="150622" y="280668"/>
                    <a:pt x="141351" y="280795"/>
                  </a:cubicBezTo>
                  <a:cubicBezTo>
                    <a:pt x="132080" y="280922"/>
                    <a:pt x="122936" y="280033"/>
                    <a:pt x="113919" y="278255"/>
                  </a:cubicBezTo>
                  <a:cubicBezTo>
                    <a:pt x="104902" y="276477"/>
                    <a:pt x="96012" y="273937"/>
                    <a:pt x="87503" y="270381"/>
                  </a:cubicBezTo>
                  <a:cubicBezTo>
                    <a:pt x="78994" y="266825"/>
                    <a:pt x="70866" y="262634"/>
                    <a:pt x="63119" y="257554"/>
                  </a:cubicBezTo>
                  <a:cubicBezTo>
                    <a:pt x="55372" y="252474"/>
                    <a:pt x="48260" y="246632"/>
                    <a:pt x="41656" y="240156"/>
                  </a:cubicBezTo>
                  <a:cubicBezTo>
                    <a:pt x="35052" y="233679"/>
                    <a:pt x="29210" y="226567"/>
                    <a:pt x="24003" y="218947"/>
                  </a:cubicBezTo>
                  <a:cubicBezTo>
                    <a:pt x="18796" y="211327"/>
                    <a:pt x="14478" y="203199"/>
                    <a:pt x="10922" y="194690"/>
                  </a:cubicBezTo>
                  <a:cubicBezTo>
                    <a:pt x="7366" y="186181"/>
                    <a:pt x="4699" y="177418"/>
                    <a:pt x="2794" y="168274"/>
                  </a:cubicBezTo>
                  <a:cubicBezTo>
                    <a:pt x="889" y="159130"/>
                    <a:pt x="0" y="150113"/>
                    <a:pt x="0" y="140842"/>
                  </a:cubicBezTo>
                  <a:cubicBezTo>
                    <a:pt x="0" y="131571"/>
                    <a:pt x="889" y="122427"/>
                    <a:pt x="2667" y="113411"/>
                  </a:cubicBezTo>
                  <a:cubicBezTo>
                    <a:pt x="4445" y="104394"/>
                    <a:pt x="7112" y="95504"/>
                    <a:pt x="10541" y="86995"/>
                  </a:cubicBezTo>
                  <a:cubicBezTo>
                    <a:pt x="13970" y="78486"/>
                    <a:pt x="18415" y="70358"/>
                    <a:pt x="23495" y="62611"/>
                  </a:cubicBezTo>
                  <a:cubicBezTo>
                    <a:pt x="28575" y="54864"/>
                    <a:pt x="34417" y="47752"/>
                    <a:pt x="40894" y="41275"/>
                  </a:cubicBezTo>
                  <a:cubicBezTo>
                    <a:pt x="47371" y="34798"/>
                    <a:pt x="54483" y="28829"/>
                    <a:pt x="62230" y="23749"/>
                  </a:cubicBezTo>
                  <a:cubicBezTo>
                    <a:pt x="69977" y="18669"/>
                    <a:pt x="77978" y="14224"/>
                    <a:pt x="86487" y="10668"/>
                  </a:cubicBezTo>
                  <a:cubicBezTo>
                    <a:pt x="94996" y="7112"/>
                    <a:pt x="103759" y="4445"/>
                    <a:pt x="112903" y="2667"/>
                  </a:cubicBezTo>
                  <a:cubicBezTo>
                    <a:pt x="122047" y="889"/>
                    <a:pt x="131064" y="0"/>
                    <a:pt x="140335" y="0"/>
                  </a:cubicBezTo>
                  <a:cubicBezTo>
                    <a:pt x="149606" y="0"/>
                    <a:pt x="158623" y="762"/>
                    <a:pt x="167640" y="2540"/>
                  </a:cubicBezTo>
                  <a:cubicBezTo>
                    <a:pt x="176657" y="4318"/>
                    <a:pt x="185420" y="6858"/>
                    <a:pt x="193929" y="10414"/>
                  </a:cubicBezTo>
                  <a:cubicBezTo>
                    <a:pt x="202438" y="13970"/>
                    <a:pt x="210439" y="18161"/>
                    <a:pt x="218186" y="23241"/>
                  </a:cubicBezTo>
                  <a:cubicBezTo>
                    <a:pt x="225933" y="28321"/>
                    <a:pt x="232918" y="34036"/>
                    <a:pt x="239395" y="40513"/>
                  </a:cubicBezTo>
                  <a:cubicBezTo>
                    <a:pt x="245872" y="46990"/>
                    <a:pt x="251714" y="53975"/>
                    <a:pt x="256921" y="61595"/>
                  </a:cubicBezTo>
                  <a:cubicBezTo>
                    <a:pt x="262128" y="69215"/>
                    <a:pt x="266446" y="77216"/>
                    <a:pt x="270002" y="85725"/>
                  </a:cubicBezTo>
                  <a:cubicBezTo>
                    <a:pt x="273558" y="94234"/>
                    <a:pt x="276225" y="102870"/>
                    <a:pt x="278130" y="111887"/>
                  </a:cubicBezTo>
                  <a:cubicBezTo>
                    <a:pt x="280035" y="120903"/>
                    <a:pt x="280924" y="129920"/>
                    <a:pt x="280924" y="139191"/>
                  </a:cubicBezTo>
                  <a:close/>
                </a:path>
              </a:pathLst>
            </a:custGeom>
            <a:solidFill>
              <a:srgbClr val="0F4662"/>
            </a:solidFill>
          </p:spPr>
        </p:sp>
        <p:sp>
          <p:nvSpPr>
            <p:cNvPr name="Freeform 17" id="17"/>
            <p:cNvSpPr/>
            <p:nvPr/>
          </p:nvSpPr>
          <p:spPr>
            <a:xfrm flipH="false" flipV="false" rot="0">
              <a:off x="63500" y="63500"/>
              <a:ext cx="2054099" cy="305560"/>
            </a:xfrm>
            <a:custGeom>
              <a:avLst/>
              <a:gdLst/>
              <a:ahLst/>
              <a:cxnLst/>
              <a:rect r="r" b="b" t="t" l="l"/>
              <a:pathLst>
                <a:path h="305560" w="2054099">
                  <a:moveTo>
                    <a:pt x="0" y="305559"/>
                  </a:moveTo>
                  <a:lnTo>
                    <a:pt x="2054099" y="305559"/>
                  </a:lnTo>
                  <a:lnTo>
                    <a:pt x="2054099" y="0"/>
                  </a:lnTo>
                  <a:lnTo>
                    <a:pt x="0" y="0"/>
                  </a:lnTo>
                  <a:close/>
                </a:path>
              </a:pathLst>
            </a:custGeom>
            <a:solidFill>
              <a:srgbClr val="000000">
                <a:alpha val="0"/>
              </a:srgbClr>
            </a:solidFill>
          </p:spPr>
        </p:sp>
      </p:grpSp>
      <p:sp>
        <p:nvSpPr>
          <p:cNvPr name="Freeform 18" id="18"/>
          <p:cNvSpPr/>
          <p:nvPr/>
        </p:nvSpPr>
        <p:spPr>
          <a:xfrm flipH="false" flipV="false" rot="0">
            <a:off x="15731785" y="-66551"/>
            <a:ext cx="2622756" cy="10066525"/>
          </a:xfrm>
          <a:custGeom>
            <a:avLst/>
            <a:gdLst/>
            <a:ahLst/>
            <a:cxnLst/>
            <a:rect r="r" b="b" t="t" l="l"/>
            <a:pathLst>
              <a:path h="10066525" w="2622756">
                <a:moveTo>
                  <a:pt x="0" y="0"/>
                </a:moveTo>
                <a:lnTo>
                  <a:pt x="2622757" y="0"/>
                </a:lnTo>
                <a:lnTo>
                  <a:pt x="2622757" y="10066525"/>
                </a:lnTo>
                <a:lnTo>
                  <a:pt x="0" y="1006652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9" id="19"/>
          <p:cNvSpPr txBox="true"/>
          <p:nvPr/>
        </p:nvSpPr>
        <p:spPr>
          <a:xfrm rot="0">
            <a:off x="1334700" y="626116"/>
            <a:ext cx="4342152" cy="326412"/>
          </a:xfrm>
          <a:prstGeom prst="rect">
            <a:avLst/>
          </a:prstGeom>
        </p:spPr>
        <p:txBody>
          <a:bodyPr anchor="t" rtlCol="false" tIns="0" lIns="0" bIns="0" rIns="0">
            <a:spAutoFit/>
          </a:bodyPr>
          <a:lstStyle/>
          <a:p>
            <a:pPr algn="l">
              <a:lnSpc>
                <a:spcPts val="1823"/>
              </a:lnSpc>
            </a:pPr>
            <a:r>
              <a:rPr lang="en-US" sz="3506">
                <a:solidFill>
                  <a:srgbClr val="FFFFFF"/>
                </a:solidFill>
                <a:latin typeface="IBM Plex Sans"/>
                <a:ea typeface="IBM Plex Sans"/>
                <a:cs typeface="IBM Plex Sans"/>
                <a:sym typeface="IBM Plex Sans"/>
              </a:rPr>
              <a:t>uuuuuuuuuuuuuuuuu</a:t>
            </a:r>
          </a:p>
        </p:txBody>
      </p:sp>
      <p:sp>
        <p:nvSpPr>
          <p:cNvPr name="TextBox 20" id="20"/>
          <p:cNvSpPr txBox="true"/>
          <p:nvPr/>
        </p:nvSpPr>
        <p:spPr>
          <a:xfrm rot="0">
            <a:off x="435350" y="1045569"/>
            <a:ext cx="5071862" cy="558460"/>
          </a:xfrm>
          <a:prstGeom prst="rect">
            <a:avLst/>
          </a:prstGeom>
        </p:spPr>
        <p:txBody>
          <a:bodyPr anchor="t" rtlCol="false" tIns="0" lIns="0" bIns="0" rIns="0">
            <a:spAutoFit/>
          </a:bodyPr>
          <a:lstStyle/>
          <a:p>
            <a:pPr algn="l">
              <a:lnSpc>
                <a:spcPts val="3327"/>
              </a:lnSpc>
            </a:pPr>
            <a:r>
              <a:rPr lang="en-US" b="true" sz="6399" i="true">
                <a:solidFill>
                  <a:srgbClr val="000000"/>
                </a:solidFill>
                <a:latin typeface="Cormorant Garamond Bold Italics"/>
                <a:ea typeface="Cormorant Garamond Bold Italics"/>
                <a:cs typeface="Cormorant Garamond Bold Italics"/>
                <a:sym typeface="Cormorant Garamond Bold Italics"/>
              </a:rPr>
              <a:t>Solution:ValETL</a:t>
            </a:r>
          </a:p>
        </p:txBody>
      </p:sp>
      <p:sp>
        <p:nvSpPr>
          <p:cNvPr name="TextBox 21" id="21"/>
          <p:cNvSpPr txBox="true"/>
          <p:nvPr/>
        </p:nvSpPr>
        <p:spPr>
          <a:xfrm rot="0">
            <a:off x="1902904" y="2826639"/>
            <a:ext cx="14634820" cy="4566533"/>
          </a:xfrm>
          <a:prstGeom prst="rect">
            <a:avLst/>
          </a:prstGeom>
        </p:spPr>
        <p:txBody>
          <a:bodyPr anchor="t" rtlCol="false" tIns="0" lIns="0" bIns="0" rIns="0">
            <a:spAutoFit/>
          </a:bodyPr>
          <a:lstStyle/>
          <a:p>
            <a:pPr algn="ctr">
              <a:lnSpc>
                <a:spcPts val="3595"/>
              </a:lnSpc>
            </a:pPr>
            <a:r>
              <a:rPr lang="en-US" sz="2998" spc="14">
                <a:solidFill>
                  <a:srgbClr val="000000"/>
                </a:solidFill>
                <a:latin typeface="IBM Plex Sans"/>
                <a:ea typeface="IBM Plex Sans"/>
                <a:cs typeface="IBM Plex Sans"/>
                <a:sym typeface="IBM Plex Sans"/>
              </a:rPr>
              <a:t>ValETL is an intelligent Data Validation Agent that automates end-to-end ETL QA by using natural language business rules as input. Instead of manually writing test cases and SQL queries, QA analysts describe validation requirements in plain English, which ValETL converts into executable data validation logic. ValETL connects securely to source and target databases, performs comprehensive checks such as data completeness, accuracy, transformation validation, and data integrity, and ensures all critical scenarios are covered. It generates detailed, explainable test reports with executed test cases, pass/fail results, and proof of execution. This significantly reduces manual effort, improves consistency, and accelerates ETL validation cycles.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785229" y="-66551"/>
            <a:ext cx="3569313" cy="9615421"/>
          </a:xfrm>
          <a:custGeom>
            <a:avLst/>
            <a:gdLst/>
            <a:ahLst/>
            <a:cxnLst/>
            <a:rect r="r" b="b" t="t" l="l"/>
            <a:pathLst>
              <a:path h="9615421" w="3569313">
                <a:moveTo>
                  <a:pt x="0" y="0"/>
                </a:moveTo>
                <a:lnTo>
                  <a:pt x="3569313" y="0"/>
                </a:lnTo>
                <a:lnTo>
                  <a:pt x="3569313" y="9615421"/>
                </a:lnTo>
                <a:lnTo>
                  <a:pt x="0" y="96154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4844712" y="0"/>
            <a:ext cx="3443288" cy="9478747"/>
            <a:chOff x="0" y="0"/>
            <a:chExt cx="3443288" cy="9478747"/>
          </a:xfrm>
        </p:grpSpPr>
        <p:sp>
          <p:nvSpPr>
            <p:cNvPr name="Freeform 4" id="4"/>
            <p:cNvSpPr/>
            <p:nvPr/>
          </p:nvSpPr>
          <p:spPr>
            <a:xfrm flipH="false" flipV="false" rot="0">
              <a:off x="0" y="0"/>
              <a:ext cx="3443227" cy="9478769"/>
            </a:xfrm>
            <a:custGeom>
              <a:avLst/>
              <a:gdLst/>
              <a:ahLst/>
              <a:cxnLst/>
              <a:rect r="r" b="b" t="t" l="l"/>
              <a:pathLst>
                <a:path h="9478769" w="3443227">
                  <a:moveTo>
                    <a:pt x="0" y="0"/>
                  </a:moveTo>
                  <a:lnTo>
                    <a:pt x="0" y="9478769"/>
                  </a:lnTo>
                  <a:lnTo>
                    <a:pt x="3443227" y="9478769"/>
                  </a:lnTo>
                  <a:lnTo>
                    <a:pt x="3443227" y="0"/>
                  </a:lnTo>
                  <a:close/>
                </a:path>
              </a:pathLst>
            </a:custGeom>
            <a:solidFill>
              <a:srgbClr val="000000">
                <a:alpha val="0"/>
              </a:srgbClr>
            </a:solidFill>
          </p:spPr>
        </p:sp>
      </p:grpSp>
      <p:sp>
        <p:nvSpPr>
          <p:cNvPr name="Freeform 5" id="5"/>
          <p:cNvSpPr/>
          <p:nvPr/>
        </p:nvSpPr>
        <p:spPr>
          <a:xfrm flipH="false" flipV="false" rot="0">
            <a:off x="7212649" y="0"/>
            <a:ext cx="6629068" cy="9895343"/>
          </a:xfrm>
          <a:custGeom>
            <a:avLst/>
            <a:gdLst/>
            <a:ahLst/>
            <a:cxnLst/>
            <a:rect r="r" b="b" t="t" l="l"/>
            <a:pathLst>
              <a:path h="9895343" w="6629068">
                <a:moveTo>
                  <a:pt x="0" y="0"/>
                </a:moveTo>
                <a:lnTo>
                  <a:pt x="6629068" y="0"/>
                </a:lnTo>
                <a:lnTo>
                  <a:pt x="6629068" y="9895343"/>
                </a:lnTo>
                <a:lnTo>
                  <a:pt x="0" y="9895343"/>
                </a:lnTo>
                <a:lnTo>
                  <a:pt x="0" y="0"/>
                </a:lnTo>
                <a:close/>
              </a:path>
            </a:pathLst>
          </a:custGeom>
          <a:blipFill>
            <a:blip r:embed="rId4"/>
            <a:stretch>
              <a:fillRect l="-3168" t="0" r="-3168" b="-6922"/>
            </a:stretch>
          </a:blipFill>
        </p:spPr>
      </p:sp>
      <p:sp>
        <p:nvSpPr>
          <p:cNvPr name="TextBox 6" id="6"/>
          <p:cNvSpPr txBox="true"/>
          <p:nvPr/>
        </p:nvSpPr>
        <p:spPr>
          <a:xfrm rot="0">
            <a:off x="648529" y="-12954"/>
            <a:ext cx="5009579" cy="1126798"/>
          </a:xfrm>
          <a:prstGeom prst="rect">
            <a:avLst/>
          </a:prstGeom>
        </p:spPr>
        <p:txBody>
          <a:bodyPr anchor="t" rtlCol="false" tIns="0" lIns="0" bIns="0" rIns="0">
            <a:spAutoFit/>
          </a:bodyPr>
          <a:lstStyle/>
          <a:p>
            <a:pPr algn="l">
              <a:lnSpc>
                <a:spcPts val="8518"/>
              </a:lnSpc>
            </a:pPr>
            <a:r>
              <a:rPr lang="en-US" sz="6084" i="true">
                <a:solidFill>
                  <a:srgbClr val="000000"/>
                </a:solidFill>
                <a:latin typeface="Times New Roman MT Condensed Italics"/>
                <a:ea typeface="Times New Roman MT Condensed Italics"/>
                <a:cs typeface="Times New Roman MT Condensed Italics"/>
                <a:sym typeface="Times New Roman MT Condensed Italics"/>
              </a:rPr>
              <a:t>WorkFlow diagram:</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172887" y="-66551"/>
            <a:ext cx="3181664" cy="9792205"/>
          </a:xfrm>
          <a:custGeom>
            <a:avLst/>
            <a:gdLst/>
            <a:ahLst/>
            <a:cxnLst/>
            <a:rect r="r" b="b" t="t" l="l"/>
            <a:pathLst>
              <a:path h="9792205" w="3181664">
                <a:moveTo>
                  <a:pt x="0" y="0"/>
                </a:moveTo>
                <a:lnTo>
                  <a:pt x="3181664" y="0"/>
                </a:lnTo>
                <a:lnTo>
                  <a:pt x="3181664" y="9792205"/>
                </a:lnTo>
                <a:lnTo>
                  <a:pt x="0" y="97922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027692" y="1028700"/>
            <a:ext cx="13201650" cy="8801100"/>
            <a:chOff x="0" y="0"/>
            <a:chExt cx="17602200" cy="11734800"/>
          </a:xfrm>
        </p:grpSpPr>
        <p:sp>
          <p:nvSpPr>
            <p:cNvPr name="Freeform 4" id="4"/>
            <p:cNvSpPr/>
            <p:nvPr/>
          </p:nvSpPr>
          <p:spPr>
            <a:xfrm flipH="false" flipV="false" rot="0">
              <a:off x="0" y="0"/>
              <a:ext cx="17602200" cy="11734800"/>
            </a:xfrm>
            <a:custGeom>
              <a:avLst/>
              <a:gdLst/>
              <a:ahLst/>
              <a:cxnLst/>
              <a:rect r="r" b="b" t="t" l="l"/>
              <a:pathLst>
                <a:path h="11734800" w="17602200">
                  <a:moveTo>
                    <a:pt x="0" y="0"/>
                  </a:moveTo>
                  <a:lnTo>
                    <a:pt x="17602200" y="0"/>
                  </a:lnTo>
                  <a:lnTo>
                    <a:pt x="17602200" y="11734800"/>
                  </a:lnTo>
                  <a:lnTo>
                    <a:pt x="0" y="11734800"/>
                  </a:lnTo>
                  <a:lnTo>
                    <a:pt x="0" y="0"/>
                  </a:lnTo>
                  <a:close/>
                </a:path>
              </a:pathLst>
            </a:custGeom>
            <a:blipFill>
              <a:blip r:embed="rId4"/>
              <a:stretch>
                <a:fillRect l="0" t="0" r="0" b="0"/>
              </a:stretch>
            </a:blipFill>
          </p:spPr>
        </p:sp>
      </p:grpSp>
      <p:grpSp>
        <p:nvGrpSpPr>
          <p:cNvPr name="Group 5" id="5"/>
          <p:cNvGrpSpPr/>
          <p:nvPr/>
        </p:nvGrpSpPr>
        <p:grpSpPr>
          <a:xfrm rot="0">
            <a:off x="15232370" y="0"/>
            <a:ext cx="3055630" cy="9656416"/>
            <a:chOff x="0" y="0"/>
            <a:chExt cx="3055633" cy="9656407"/>
          </a:xfrm>
        </p:grpSpPr>
        <p:sp>
          <p:nvSpPr>
            <p:cNvPr name="Freeform 6" id="6"/>
            <p:cNvSpPr/>
            <p:nvPr/>
          </p:nvSpPr>
          <p:spPr>
            <a:xfrm flipH="false" flipV="false" rot="0">
              <a:off x="0" y="0"/>
              <a:ext cx="3055621" cy="9656438"/>
            </a:xfrm>
            <a:custGeom>
              <a:avLst/>
              <a:gdLst/>
              <a:ahLst/>
              <a:cxnLst/>
              <a:rect r="r" b="b" t="t" l="l"/>
              <a:pathLst>
                <a:path h="9656438" w="3055621">
                  <a:moveTo>
                    <a:pt x="0" y="0"/>
                  </a:moveTo>
                  <a:lnTo>
                    <a:pt x="0" y="9656438"/>
                  </a:lnTo>
                  <a:lnTo>
                    <a:pt x="3055621" y="9656438"/>
                  </a:lnTo>
                  <a:lnTo>
                    <a:pt x="3055621" y="0"/>
                  </a:lnTo>
                  <a:close/>
                </a:path>
              </a:pathLst>
            </a:custGeom>
            <a:solidFill>
              <a:srgbClr val="000000">
                <a:alpha val="0"/>
              </a:srgbClr>
            </a:solidFill>
          </p:spPr>
        </p:sp>
      </p:grpSp>
      <p:sp>
        <p:nvSpPr>
          <p:cNvPr name="TextBox 7" id="7"/>
          <p:cNvSpPr txBox="true"/>
          <p:nvPr/>
        </p:nvSpPr>
        <p:spPr>
          <a:xfrm rot="0">
            <a:off x="720214" y="131616"/>
            <a:ext cx="7237609" cy="957253"/>
          </a:xfrm>
          <a:prstGeom prst="rect">
            <a:avLst/>
          </a:prstGeom>
        </p:spPr>
        <p:txBody>
          <a:bodyPr anchor="t" rtlCol="false" tIns="0" lIns="0" bIns="0" rIns="0">
            <a:spAutoFit/>
          </a:bodyPr>
          <a:lstStyle/>
          <a:p>
            <a:pPr algn="l">
              <a:lnSpc>
                <a:spcPts val="7258"/>
              </a:lnSpc>
            </a:pPr>
            <a:r>
              <a:rPr lang="en-US" sz="5184" i="true">
                <a:solidFill>
                  <a:srgbClr val="000000"/>
                </a:solidFill>
                <a:latin typeface="Times New Roman MT Condensed Italics"/>
                <a:ea typeface="Times New Roman MT Condensed Italics"/>
                <a:cs typeface="Times New Roman MT Condensed Italics"/>
                <a:sym typeface="Times New Roman MT Condensed Italics"/>
              </a:rPr>
              <a:t>TECHNOLOGIES AND TOOLS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875094" y="2043631"/>
            <a:ext cx="13457222" cy="7569687"/>
          </a:xfrm>
          <a:custGeom>
            <a:avLst/>
            <a:gdLst/>
            <a:ahLst/>
            <a:cxnLst/>
            <a:rect r="r" b="b" t="t" l="l"/>
            <a:pathLst>
              <a:path h="7569687" w="13457222">
                <a:moveTo>
                  <a:pt x="0" y="0"/>
                </a:moveTo>
                <a:lnTo>
                  <a:pt x="13457222" y="0"/>
                </a:lnTo>
                <a:lnTo>
                  <a:pt x="13457222" y="7569687"/>
                </a:lnTo>
                <a:lnTo>
                  <a:pt x="0" y="7569687"/>
                </a:lnTo>
                <a:lnTo>
                  <a:pt x="0" y="0"/>
                </a:lnTo>
                <a:close/>
              </a:path>
            </a:pathLst>
          </a:custGeom>
          <a:blipFill>
            <a:blip r:embed="rId2"/>
            <a:stretch>
              <a:fillRect l="0" t="0" r="0" b="0"/>
            </a:stretch>
          </a:blipFill>
        </p:spPr>
      </p:sp>
      <p:sp>
        <p:nvSpPr>
          <p:cNvPr name="TextBox 3" id="3"/>
          <p:cNvSpPr txBox="true"/>
          <p:nvPr/>
        </p:nvSpPr>
        <p:spPr>
          <a:xfrm rot="0">
            <a:off x="343100" y="968512"/>
            <a:ext cx="4106761" cy="778459"/>
          </a:xfrm>
          <a:prstGeom prst="rect">
            <a:avLst/>
          </a:prstGeom>
        </p:spPr>
        <p:txBody>
          <a:bodyPr anchor="t" rtlCol="false" tIns="0" lIns="0" bIns="0" rIns="0">
            <a:spAutoFit/>
          </a:bodyPr>
          <a:lstStyle/>
          <a:p>
            <a:pPr algn="l">
              <a:lnSpc>
                <a:spcPts val="6233"/>
              </a:lnSpc>
            </a:pPr>
            <a:r>
              <a:rPr lang="en-US" sz="4452" spc="26">
                <a:solidFill>
                  <a:srgbClr val="000000"/>
                </a:solidFill>
                <a:latin typeface="IBM Plex Sans"/>
                <a:ea typeface="IBM Plex Sans"/>
                <a:cs typeface="IBM Plex Sans"/>
                <a:sym typeface="IBM Plex Sans"/>
              </a:rPr>
              <a:t>Sample Output: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415389" y="871784"/>
            <a:ext cx="13457222" cy="6742629"/>
          </a:xfrm>
          <a:custGeom>
            <a:avLst/>
            <a:gdLst/>
            <a:ahLst/>
            <a:cxnLst/>
            <a:rect r="r" b="b" t="t" l="l"/>
            <a:pathLst>
              <a:path h="6742629" w="13457222">
                <a:moveTo>
                  <a:pt x="0" y="0"/>
                </a:moveTo>
                <a:lnTo>
                  <a:pt x="13457222" y="0"/>
                </a:lnTo>
                <a:lnTo>
                  <a:pt x="13457222" y="6742629"/>
                </a:lnTo>
                <a:lnTo>
                  <a:pt x="0" y="6742629"/>
                </a:lnTo>
                <a:lnTo>
                  <a:pt x="0" y="0"/>
                </a:lnTo>
                <a:close/>
              </a:path>
            </a:pathLst>
          </a:custGeom>
          <a:blipFill>
            <a:blip r:embed="rId2"/>
            <a:stretch>
              <a:fillRect l="0" t="0" r="0" b="0"/>
            </a:stretch>
          </a:blipFill>
        </p:spPr>
      </p:sp>
      <p:sp>
        <p:nvSpPr>
          <p:cNvPr name="TextBox 3" id="3"/>
          <p:cNvSpPr txBox="true"/>
          <p:nvPr/>
        </p:nvSpPr>
        <p:spPr>
          <a:xfrm rot="0">
            <a:off x="1028700" y="8464677"/>
            <a:ext cx="9828895" cy="778459"/>
          </a:xfrm>
          <a:prstGeom prst="rect">
            <a:avLst/>
          </a:prstGeom>
        </p:spPr>
        <p:txBody>
          <a:bodyPr anchor="t" rtlCol="false" tIns="0" lIns="0" bIns="0" rIns="0">
            <a:spAutoFit/>
          </a:bodyPr>
          <a:lstStyle/>
          <a:p>
            <a:pPr algn="l">
              <a:lnSpc>
                <a:spcPts val="6233"/>
              </a:lnSpc>
            </a:pPr>
            <a:r>
              <a:rPr lang="en-US" sz="4452" spc="26">
                <a:solidFill>
                  <a:srgbClr val="000000"/>
                </a:solidFill>
                <a:latin typeface="IBM Plex Sans"/>
                <a:ea typeface="IBM Plex Sans"/>
                <a:cs typeface="IBM Plex Sans"/>
                <a:sym typeface="IBM Plex Sans"/>
              </a:rPr>
              <a:t>Link: https://youtu.be/IYcQQX21MV8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415389" y="1772186"/>
            <a:ext cx="13457222" cy="6742629"/>
          </a:xfrm>
          <a:custGeom>
            <a:avLst/>
            <a:gdLst/>
            <a:ahLst/>
            <a:cxnLst/>
            <a:rect r="r" b="b" t="t" l="l"/>
            <a:pathLst>
              <a:path h="6742629" w="13457222">
                <a:moveTo>
                  <a:pt x="0" y="0"/>
                </a:moveTo>
                <a:lnTo>
                  <a:pt x="13457222" y="0"/>
                </a:lnTo>
                <a:lnTo>
                  <a:pt x="13457222" y="6742628"/>
                </a:lnTo>
                <a:lnTo>
                  <a:pt x="0" y="6742628"/>
                </a:lnTo>
                <a:lnTo>
                  <a:pt x="0" y="0"/>
                </a:lnTo>
                <a:close/>
              </a:path>
            </a:pathLst>
          </a:custGeom>
          <a:blipFill>
            <a:blip r:embed="rId2"/>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415389" y="1772186"/>
            <a:ext cx="13457222" cy="6742629"/>
          </a:xfrm>
          <a:custGeom>
            <a:avLst/>
            <a:gdLst/>
            <a:ahLst/>
            <a:cxnLst/>
            <a:rect r="r" b="b" t="t" l="l"/>
            <a:pathLst>
              <a:path h="6742629" w="13457222">
                <a:moveTo>
                  <a:pt x="0" y="0"/>
                </a:moveTo>
                <a:lnTo>
                  <a:pt x="13457222" y="0"/>
                </a:lnTo>
                <a:lnTo>
                  <a:pt x="13457222" y="6742628"/>
                </a:lnTo>
                <a:lnTo>
                  <a:pt x="0" y="6742628"/>
                </a:lnTo>
                <a:lnTo>
                  <a:pt x="0" y="0"/>
                </a:lnTo>
                <a:close/>
              </a:path>
            </a:pathLst>
          </a:custGeom>
          <a:blipFill>
            <a:blip r:embed="rId2"/>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415389" y="1772186"/>
            <a:ext cx="13457222" cy="6742629"/>
          </a:xfrm>
          <a:custGeom>
            <a:avLst/>
            <a:gdLst/>
            <a:ahLst/>
            <a:cxnLst/>
            <a:rect r="r" b="b" t="t" l="l"/>
            <a:pathLst>
              <a:path h="6742629" w="13457222">
                <a:moveTo>
                  <a:pt x="0" y="0"/>
                </a:moveTo>
                <a:lnTo>
                  <a:pt x="13457222" y="0"/>
                </a:lnTo>
                <a:lnTo>
                  <a:pt x="13457222" y="6742628"/>
                </a:lnTo>
                <a:lnTo>
                  <a:pt x="0" y="6742628"/>
                </a:lnTo>
                <a:lnTo>
                  <a:pt x="0" y="0"/>
                </a:lnTo>
                <a:close/>
              </a:path>
            </a:pathLst>
          </a:custGeom>
          <a:blipFill>
            <a:blip r:embed="rId2"/>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60628" y="-66551"/>
            <a:ext cx="4493924" cy="10420093"/>
          </a:xfrm>
          <a:custGeom>
            <a:avLst/>
            <a:gdLst/>
            <a:ahLst/>
            <a:cxnLst/>
            <a:rect r="r" b="b" t="t" l="l"/>
            <a:pathLst>
              <a:path h="10420093" w="4493924">
                <a:moveTo>
                  <a:pt x="0" y="0"/>
                </a:moveTo>
                <a:lnTo>
                  <a:pt x="4493923" y="0"/>
                </a:lnTo>
                <a:lnTo>
                  <a:pt x="4493923" y="10420093"/>
                </a:lnTo>
                <a:lnTo>
                  <a:pt x="0" y="1042009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045058" y="2520934"/>
            <a:ext cx="8242887" cy="3341646"/>
          </a:xfrm>
          <a:prstGeom prst="rect">
            <a:avLst/>
          </a:prstGeom>
        </p:spPr>
        <p:txBody>
          <a:bodyPr anchor="t" rtlCol="false" tIns="0" lIns="0" bIns="0" rIns="0">
            <a:spAutoFit/>
          </a:bodyPr>
          <a:lstStyle/>
          <a:p>
            <a:pPr algn="l">
              <a:lnSpc>
                <a:spcPts val="25366"/>
              </a:lnSpc>
            </a:pPr>
            <a:r>
              <a:rPr lang="en-US" sz="18119" i="true">
                <a:solidFill>
                  <a:srgbClr val="000000"/>
                </a:solidFill>
                <a:latin typeface="Times New Roman MT Condensed Italics"/>
                <a:ea typeface="Times New Roman MT Condensed Italics"/>
                <a:cs typeface="Times New Roman MT Condensed Italics"/>
                <a:sym typeface="Times New Roman MT Condensed Italics"/>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DAHAkVlO9jc</dc:identifier>
  <dcterms:modified xsi:type="dcterms:W3CDTF">2011-08-01T06:04:30Z</dcterms:modified>
  <cp:revision>1</cp:revision>
  <dc:title>Green Minimalist Professional Tech Start-Up Pitch Deck Presentation (3).pdf</dc:title>
</cp:coreProperties>
</file>